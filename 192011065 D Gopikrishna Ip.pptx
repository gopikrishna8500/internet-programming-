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sldIdLst>
    <p:sldId id="257" r:id="rId3"/>
    <p:sldId id="258" r:id="rId4"/>
    <p:sldId id="259" r:id="rId5"/>
    <p:sldId id="260" r:id="rId6"/>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4995" autoAdjust="0"/>
    <p:restoredTop sz="94660"/>
  </p:normalViewPr>
  <p:slideViewPr>
    <p:cSldViewPr snapToGrid="0">
      <p:cViewPr varScale="1">
        <p:scale>
          <a:sx n="85" d="100"/>
          <a:sy n="85" d="100"/>
        </p:scale>
        <p:origin x="590" y="62"/>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tableStyles" Target="tableStyles.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33" name=""/>
        <p:cNvGrpSpPr/>
        <p:nvPr/>
      </p:nvGrpSpPr>
      <p:grpSpPr>
        <a:xfrm>
          <a:off x="0" y="0"/>
          <a:ext cx="0" cy="0"/>
          <a:chOff x="0" y="0"/>
          <a:chExt cx="0" cy="0"/>
        </a:xfrm>
      </p:grpSpPr>
      <p:sp>
        <p:nvSpPr>
          <p:cNvPr id="1048650"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51"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52"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53"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54"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55"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8"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1048582"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8583" name="Date Placeholder 3"/>
          <p:cNvSpPr>
            <a:spLocks noGrp="1"/>
          </p:cNvSpPr>
          <p:nvPr>
            <p:ph type="dt" sz="half" idx="10"/>
          </p:nvPr>
        </p:nvSpPr>
        <p:spPr/>
        <p:txBody>
          <a:bodyPr/>
          <a:p>
            <a:fld id="{63A1C593-65D0-4073-BCC9-577B9352EA97}" type="datetimeFigureOut">
              <a:rPr lang="en-US" smtClean="0"/>
              <a:t>6/10/2023</a:t>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20" name=""/>
        <p:cNvGrpSpPr/>
        <p:nvPr/>
      </p:nvGrpSpPr>
      <p:grpSpPr>
        <a:xfrm>
          <a:off x="0" y="0"/>
          <a:ext cx="0" cy="0"/>
          <a:chOff x="0" y="0"/>
          <a:chExt cx="0" cy="0"/>
        </a:xfrm>
      </p:grpSpPr>
      <p:sp>
        <p:nvSpPr>
          <p:cNvPr id="1048591" name="Title 1"/>
          <p:cNvSpPr>
            <a:spLocks noGrp="1"/>
          </p:cNvSpPr>
          <p:nvPr>
            <p:ph type="title"/>
          </p:nvPr>
        </p:nvSpPr>
        <p:spPr/>
        <p:txBody>
          <a:bodyPr/>
          <a:p>
            <a:r>
              <a:rPr lang="en-US"/>
              <a:t>Click to edit Master title style</a:t>
            </a:r>
          </a:p>
        </p:txBody>
      </p:sp>
      <p:sp>
        <p:nvSpPr>
          <p:cNvPr id="1048592"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3" name="Date Placeholder 3"/>
          <p:cNvSpPr>
            <a:spLocks noGrp="1"/>
          </p:cNvSpPr>
          <p:nvPr>
            <p:ph type="dt" sz="half" idx="10"/>
          </p:nvPr>
        </p:nvSpPr>
        <p:spPr/>
        <p:txBody>
          <a:bodyPr/>
          <a:p>
            <a:fld id="{63A1C593-65D0-4073-BCC9-577B9352EA97}" type="datetimeFigureOut">
              <a:rPr lang="en-US" smtClean="0"/>
              <a:t>6/10/2023</a:t>
            </a:fld>
            <a:endParaRPr lang="en-US"/>
          </a:p>
        </p:txBody>
      </p:sp>
      <p:sp>
        <p:nvSpPr>
          <p:cNvPr id="1048594" name="Footer Placeholder 4"/>
          <p:cNvSpPr>
            <a:spLocks noGrp="1"/>
          </p:cNvSpPr>
          <p:nvPr>
            <p:ph type="ftr" sz="quarter" idx="11"/>
          </p:nvPr>
        </p:nvSpPr>
        <p:spPr/>
        <p:txBody>
          <a:bodyPr/>
          <a:p>
            <a:endParaRPr lang="en-US"/>
          </a:p>
        </p:txBody>
      </p:sp>
      <p:sp>
        <p:nvSpPr>
          <p:cNvPr id="1048595" name="Slide Number Placeholder 5"/>
          <p:cNvSpPr>
            <a:spLocks noGrp="1"/>
          </p:cNvSpPr>
          <p:nvPr>
            <p:ph type="sldNum" sz="quarter" idx="12"/>
          </p:nvPr>
        </p:nvSpPr>
        <p:spPr/>
        <p:txBody>
          <a:bodyPr/>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28" name=""/>
        <p:cNvGrpSpPr/>
        <p:nvPr/>
      </p:nvGrpSpPr>
      <p:grpSpPr>
        <a:xfrm>
          <a:off x="0" y="0"/>
          <a:ext cx="0" cy="0"/>
          <a:chOff x="0" y="0"/>
          <a:chExt cx="0" cy="0"/>
        </a:xfrm>
      </p:grpSpPr>
      <p:sp>
        <p:nvSpPr>
          <p:cNvPr id="104862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1048623" name="Text Placeholder 2"/>
          <p:cNvSpPr>
            <a:spLocks noGrp="1"/>
          </p:cNvSpPr>
          <p:nvPr>
            <p:ph type="body" idx="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a:t>Click to edit Master text styles</a:t>
            </a:r>
          </a:p>
        </p:txBody>
      </p:sp>
      <p:sp>
        <p:nvSpPr>
          <p:cNvPr id="1048624" name="Date Placeholder 3"/>
          <p:cNvSpPr>
            <a:spLocks noGrp="1"/>
          </p:cNvSpPr>
          <p:nvPr>
            <p:ph type="dt" sz="half" idx="10"/>
          </p:nvPr>
        </p:nvSpPr>
        <p:spPr/>
        <p:txBody>
          <a:bodyPr/>
          <a:p>
            <a:fld id="{63A1C593-65D0-4073-BCC9-577B9352EA97}" type="datetimeFigureOut">
              <a:rPr lang="en-US" smtClean="0"/>
              <a:t>6/10/2023</a:t>
            </a:fld>
            <a:endParaRPr lang="en-US"/>
          </a:p>
        </p:txBody>
      </p:sp>
      <p:sp>
        <p:nvSpPr>
          <p:cNvPr id="1048625" name="Footer Placeholder 4"/>
          <p:cNvSpPr>
            <a:spLocks noGrp="1"/>
          </p:cNvSpPr>
          <p:nvPr>
            <p:ph type="ftr" sz="quarter" idx="11"/>
          </p:nvPr>
        </p:nvSpPr>
        <p:spPr/>
        <p:txBody>
          <a:bodyPr/>
          <a:p>
            <a:endParaRPr lang="en-US"/>
          </a:p>
        </p:txBody>
      </p:sp>
      <p:sp>
        <p:nvSpPr>
          <p:cNvPr id="1048626" name="Slide Number Placeholder 5"/>
          <p:cNvSpPr>
            <a:spLocks noGrp="1"/>
          </p:cNvSpPr>
          <p:nvPr>
            <p:ph type="sldNum" sz="quarter" idx="12"/>
          </p:nvPr>
        </p:nvSpPr>
        <p:spPr/>
        <p:txBody>
          <a:bodyPr/>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29" name=""/>
        <p:cNvGrpSpPr/>
        <p:nvPr/>
      </p:nvGrpSpPr>
      <p:grpSpPr>
        <a:xfrm>
          <a:off x="0" y="0"/>
          <a:ext cx="0" cy="0"/>
          <a:chOff x="0" y="0"/>
          <a:chExt cx="0" cy="0"/>
        </a:xfrm>
      </p:grpSpPr>
      <p:sp>
        <p:nvSpPr>
          <p:cNvPr id="1048627" name="Title 1"/>
          <p:cNvSpPr>
            <a:spLocks noGrp="1"/>
          </p:cNvSpPr>
          <p:nvPr>
            <p:ph type="title"/>
          </p:nvPr>
        </p:nvSpPr>
        <p:spPr/>
        <p:txBody>
          <a:bodyPr/>
          <a:p>
            <a:r>
              <a:rPr lang="en-US"/>
              <a:t>Click to edit Master title style</a:t>
            </a:r>
          </a:p>
        </p:txBody>
      </p:sp>
      <p:sp>
        <p:nvSpPr>
          <p:cNvPr id="1048628" name="Content Placeholder 2"/>
          <p:cNvSpPr>
            <a:spLocks noGrp="1"/>
          </p:cNvSpPr>
          <p:nvPr>
            <p:ph sz="half" idx="1"/>
          </p:nvPr>
        </p:nvSpPr>
        <p:spPr>
          <a:xfrm>
            <a:off x="838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29" name="Content Placeholder 3"/>
          <p:cNvSpPr>
            <a:spLocks noGrp="1"/>
          </p:cNvSpPr>
          <p:nvPr>
            <p:ph sz="half" idx="2"/>
          </p:nvPr>
        </p:nvSpPr>
        <p:spPr>
          <a:xfrm>
            <a:off x="6172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0" name="Date Placeholder 4"/>
          <p:cNvSpPr>
            <a:spLocks noGrp="1"/>
          </p:cNvSpPr>
          <p:nvPr>
            <p:ph type="dt" sz="half" idx="10"/>
          </p:nvPr>
        </p:nvSpPr>
        <p:spPr/>
        <p:txBody>
          <a:bodyPr/>
          <a:p>
            <a:fld id="{63A1C593-65D0-4073-BCC9-577B9352EA97}" type="datetimeFigureOut">
              <a:rPr lang="en-US" smtClean="0"/>
              <a:t>6/10/2023</a:t>
            </a:fld>
            <a:endParaRPr lang="en-US"/>
          </a:p>
        </p:txBody>
      </p:sp>
      <p:sp>
        <p:nvSpPr>
          <p:cNvPr id="1048631" name="Footer Placeholder 5"/>
          <p:cNvSpPr>
            <a:spLocks noGrp="1"/>
          </p:cNvSpPr>
          <p:nvPr>
            <p:ph type="ftr" sz="quarter" idx="11"/>
          </p:nvPr>
        </p:nvSpPr>
        <p:spPr/>
        <p:txBody>
          <a:bodyPr/>
          <a:p>
            <a:endParaRPr lang="en-US"/>
          </a:p>
        </p:txBody>
      </p:sp>
      <p:sp>
        <p:nvSpPr>
          <p:cNvPr id="1048632" name="Slide Number Placeholder 6"/>
          <p:cNvSpPr>
            <a:spLocks noGrp="1"/>
          </p:cNvSpPr>
          <p:nvPr>
            <p:ph type="sldNum" sz="quarter" idx="12"/>
          </p:nvPr>
        </p:nvSpPr>
        <p:spPr/>
        <p:txBody>
          <a:bodyPr/>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30" name=""/>
        <p:cNvGrpSpPr/>
        <p:nvPr/>
      </p:nvGrpSpPr>
      <p:grpSpPr>
        <a:xfrm>
          <a:off x="0" y="0"/>
          <a:ext cx="0" cy="0"/>
          <a:chOff x="0" y="0"/>
          <a:chExt cx="0" cy="0"/>
        </a:xfrm>
      </p:grpSpPr>
      <p:sp>
        <p:nvSpPr>
          <p:cNvPr id="1048633" name="Title 1"/>
          <p:cNvSpPr>
            <a:spLocks noGrp="1"/>
          </p:cNvSpPr>
          <p:nvPr>
            <p:ph type="title"/>
          </p:nvPr>
        </p:nvSpPr>
        <p:spPr>
          <a:xfrm>
            <a:off x="839788" y="365125"/>
            <a:ext cx="10515600" cy="1325563"/>
          </a:xfrm>
        </p:spPr>
        <p:txBody>
          <a:bodyPr/>
          <a:p>
            <a:r>
              <a:rPr lang="en-US"/>
              <a:t>Click to edit Master title style</a:t>
            </a:r>
          </a:p>
        </p:txBody>
      </p:sp>
      <p:sp>
        <p:nvSpPr>
          <p:cNvPr id="1048634"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35" name="Content Placeholder 3"/>
          <p:cNvSpPr>
            <a:spLocks noGrp="1"/>
          </p:cNvSpPr>
          <p:nvPr>
            <p:ph sz="half" idx="2"/>
          </p:nvPr>
        </p:nvSpPr>
        <p:spPr>
          <a:xfrm>
            <a:off x="839788" y="2505075"/>
            <a:ext cx="5157787"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6" name="Text Placeholder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37" name="Content Placeholder 5"/>
          <p:cNvSpPr>
            <a:spLocks noGrp="1"/>
          </p:cNvSpPr>
          <p:nvPr>
            <p:ph sz="quarter" idx="4"/>
          </p:nvPr>
        </p:nvSpPr>
        <p:spPr>
          <a:xfrm>
            <a:off x="6172200" y="2505075"/>
            <a:ext cx="5183188"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8" name="Date Placeholder 6"/>
          <p:cNvSpPr>
            <a:spLocks noGrp="1"/>
          </p:cNvSpPr>
          <p:nvPr>
            <p:ph type="dt" sz="half" idx="10"/>
          </p:nvPr>
        </p:nvSpPr>
        <p:spPr/>
        <p:txBody>
          <a:bodyPr/>
          <a:p>
            <a:fld id="{63A1C593-65D0-4073-BCC9-577B9352EA97}" type="datetimeFigureOut">
              <a:rPr lang="en-US" smtClean="0"/>
              <a:t>6/10/2023</a:t>
            </a:fld>
            <a:endParaRPr lang="en-US"/>
          </a:p>
        </p:txBody>
      </p:sp>
      <p:sp>
        <p:nvSpPr>
          <p:cNvPr id="1048639" name="Footer Placeholder 7"/>
          <p:cNvSpPr>
            <a:spLocks noGrp="1"/>
          </p:cNvSpPr>
          <p:nvPr>
            <p:ph type="ftr" sz="quarter" idx="11"/>
          </p:nvPr>
        </p:nvSpPr>
        <p:spPr/>
        <p:txBody>
          <a:bodyPr/>
          <a:p>
            <a:endParaRPr lang="en-US"/>
          </a:p>
        </p:txBody>
      </p:sp>
      <p:sp>
        <p:nvSpPr>
          <p:cNvPr id="1048640" name="Slide Number Placeholder 8"/>
          <p:cNvSpPr>
            <a:spLocks noGrp="1"/>
          </p:cNvSpPr>
          <p:nvPr>
            <p:ph type="sldNum" sz="quarter" idx="12"/>
          </p:nvPr>
        </p:nvSpPr>
        <p:spPr/>
        <p:txBody>
          <a:bodyPr/>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24" name=""/>
        <p:cNvGrpSpPr/>
        <p:nvPr/>
      </p:nvGrpSpPr>
      <p:grpSpPr>
        <a:xfrm>
          <a:off x="0" y="0"/>
          <a:ext cx="0" cy="0"/>
          <a:chOff x="0" y="0"/>
          <a:chExt cx="0" cy="0"/>
        </a:xfrm>
      </p:grpSpPr>
      <p:sp>
        <p:nvSpPr>
          <p:cNvPr id="1048602" name="Title 1"/>
          <p:cNvSpPr>
            <a:spLocks noGrp="1"/>
          </p:cNvSpPr>
          <p:nvPr>
            <p:ph type="title"/>
          </p:nvPr>
        </p:nvSpPr>
        <p:spPr/>
        <p:txBody>
          <a:bodyPr/>
          <a:p>
            <a:r>
              <a:rPr lang="en-US"/>
              <a:t>Click to edit Master title style</a:t>
            </a:r>
          </a:p>
        </p:txBody>
      </p:sp>
      <p:sp>
        <p:nvSpPr>
          <p:cNvPr id="1048603" name="Date Placeholder 2"/>
          <p:cNvSpPr>
            <a:spLocks noGrp="1"/>
          </p:cNvSpPr>
          <p:nvPr>
            <p:ph type="dt" sz="half" idx="10"/>
          </p:nvPr>
        </p:nvSpPr>
        <p:spPr/>
        <p:txBody>
          <a:bodyPr/>
          <a:p>
            <a:fld id="{63A1C593-65D0-4073-BCC9-577B9352EA97}" type="datetimeFigureOut">
              <a:rPr lang="en-US" smtClean="0"/>
              <a:t>6/10/2023</a:t>
            </a:fld>
            <a:endParaRPr lang="en-US"/>
          </a:p>
        </p:txBody>
      </p:sp>
      <p:sp>
        <p:nvSpPr>
          <p:cNvPr id="1048604" name="Footer Placeholder 3"/>
          <p:cNvSpPr>
            <a:spLocks noGrp="1"/>
          </p:cNvSpPr>
          <p:nvPr>
            <p:ph type="ftr" sz="quarter" idx="11"/>
          </p:nvPr>
        </p:nvSpPr>
        <p:spPr/>
        <p:txBody>
          <a:bodyPr/>
          <a:p>
            <a:endParaRPr lang="en-US"/>
          </a:p>
        </p:txBody>
      </p:sp>
      <p:sp>
        <p:nvSpPr>
          <p:cNvPr id="1048605" name="Slide Number Placeholder 4"/>
          <p:cNvSpPr>
            <a:spLocks noGrp="1"/>
          </p:cNvSpPr>
          <p:nvPr>
            <p:ph type="sldNum" sz="quarter" idx="12"/>
          </p:nvPr>
        </p:nvSpPr>
        <p:spPr/>
        <p:txBody>
          <a:bodyPr/>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31" name=""/>
        <p:cNvGrpSpPr/>
        <p:nvPr/>
      </p:nvGrpSpPr>
      <p:grpSpPr>
        <a:xfrm>
          <a:off x="0" y="0"/>
          <a:ext cx="0" cy="0"/>
          <a:chOff x="0" y="0"/>
          <a:chExt cx="0" cy="0"/>
        </a:xfrm>
      </p:grpSpPr>
      <p:sp>
        <p:nvSpPr>
          <p:cNvPr id="1048641" name="Date Placeholder 1"/>
          <p:cNvSpPr>
            <a:spLocks noGrp="1"/>
          </p:cNvSpPr>
          <p:nvPr>
            <p:ph type="dt" sz="half" idx="10"/>
          </p:nvPr>
        </p:nvSpPr>
        <p:spPr/>
        <p:txBody>
          <a:bodyPr/>
          <a:p>
            <a:fld id="{63A1C593-65D0-4073-BCC9-577B9352EA97}" type="datetimeFigureOut">
              <a:rPr lang="en-US" smtClean="0"/>
              <a:t>6/10/2023</a:t>
            </a:fld>
            <a:endParaRPr lang="en-US"/>
          </a:p>
        </p:txBody>
      </p:sp>
      <p:sp>
        <p:nvSpPr>
          <p:cNvPr id="1048642" name="Footer Placeholder 2"/>
          <p:cNvSpPr>
            <a:spLocks noGrp="1"/>
          </p:cNvSpPr>
          <p:nvPr>
            <p:ph type="ftr" sz="quarter" idx="11"/>
          </p:nvPr>
        </p:nvSpPr>
        <p:spPr/>
        <p:txBody>
          <a:bodyPr/>
          <a:p>
            <a:endParaRPr lang="en-US"/>
          </a:p>
        </p:txBody>
      </p:sp>
      <p:sp>
        <p:nvSpPr>
          <p:cNvPr id="1048643" name="Slide Number Placeholder 3"/>
          <p:cNvSpPr>
            <a:spLocks noGrp="1"/>
          </p:cNvSpPr>
          <p:nvPr>
            <p:ph type="sldNum" sz="quarter" idx="12"/>
          </p:nvPr>
        </p:nvSpPr>
        <p:spPr/>
        <p:txBody>
          <a:bodyPr/>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32" name=""/>
        <p:cNvGrpSpPr/>
        <p:nvPr/>
      </p:nvGrpSpPr>
      <p:grpSpPr>
        <a:xfrm>
          <a:off x="0" y="0"/>
          <a:ext cx="0" cy="0"/>
          <a:chOff x="0" y="0"/>
          <a:chExt cx="0" cy="0"/>
        </a:xfrm>
      </p:grpSpPr>
      <p:sp>
        <p:nvSpPr>
          <p:cNvPr id="1048644"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8645"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6"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47" name="Date Placeholder 4"/>
          <p:cNvSpPr>
            <a:spLocks noGrp="1"/>
          </p:cNvSpPr>
          <p:nvPr>
            <p:ph type="dt" sz="half" idx="10"/>
          </p:nvPr>
        </p:nvSpPr>
        <p:spPr/>
        <p:txBody>
          <a:bodyPr/>
          <a:p>
            <a:fld id="{63A1C593-65D0-4073-BCC9-577B9352EA97}" type="datetimeFigureOut">
              <a:rPr lang="en-US" smtClean="0"/>
              <a:t>6/10/2023</a:t>
            </a:fld>
            <a:endParaRPr lang="en-US"/>
          </a:p>
        </p:txBody>
      </p:sp>
      <p:sp>
        <p:nvSpPr>
          <p:cNvPr id="1048648" name="Footer Placeholder 5"/>
          <p:cNvSpPr>
            <a:spLocks noGrp="1"/>
          </p:cNvSpPr>
          <p:nvPr>
            <p:ph type="ftr" sz="quarter" idx="11"/>
          </p:nvPr>
        </p:nvSpPr>
        <p:spPr/>
        <p:txBody>
          <a:bodyPr/>
          <a:p>
            <a:endParaRPr lang="en-US"/>
          </a:p>
        </p:txBody>
      </p:sp>
      <p:sp>
        <p:nvSpPr>
          <p:cNvPr id="1048649" name="Slide Number Placeholder 6"/>
          <p:cNvSpPr>
            <a:spLocks noGrp="1"/>
          </p:cNvSpPr>
          <p:nvPr>
            <p:ph type="sldNum" sz="quarter" idx="12"/>
          </p:nvPr>
        </p:nvSpPr>
        <p:spPr/>
        <p:txBody>
          <a:bodyPr/>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26" name=""/>
        <p:cNvGrpSpPr/>
        <p:nvPr/>
      </p:nvGrpSpPr>
      <p:grpSpPr>
        <a:xfrm>
          <a:off x="0" y="0"/>
          <a:ext cx="0" cy="0"/>
          <a:chOff x="0" y="0"/>
          <a:chExt cx="0" cy="0"/>
        </a:xfrm>
      </p:grpSpPr>
      <p:sp>
        <p:nvSpPr>
          <p:cNvPr id="1048611"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8612" name="Picture Placeholder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13"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14" name="Date Placeholder 4"/>
          <p:cNvSpPr>
            <a:spLocks noGrp="1"/>
          </p:cNvSpPr>
          <p:nvPr>
            <p:ph type="dt" sz="half" idx="10"/>
          </p:nvPr>
        </p:nvSpPr>
        <p:spPr/>
        <p:txBody>
          <a:bodyPr/>
          <a:p>
            <a:fld id="{63A1C593-65D0-4073-BCC9-577B9352EA97}" type="datetimeFigureOut">
              <a:rPr lang="en-US" smtClean="0"/>
              <a:t>6/10/2023</a:t>
            </a:fld>
            <a:endParaRPr lang="en-US"/>
          </a:p>
        </p:txBody>
      </p:sp>
      <p:sp>
        <p:nvSpPr>
          <p:cNvPr id="1048615" name="Footer Placeholder 5"/>
          <p:cNvSpPr>
            <a:spLocks noGrp="1"/>
          </p:cNvSpPr>
          <p:nvPr>
            <p:ph type="ftr" sz="quarter" idx="11"/>
          </p:nvPr>
        </p:nvSpPr>
        <p:spPr/>
        <p:txBody>
          <a:bodyPr/>
          <a:p>
            <a:endParaRPr lang="en-US"/>
          </a:p>
        </p:txBody>
      </p:sp>
      <p:sp>
        <p:nvSpPr>
          <p:cNvPr id="1048616" name="Slide Number Placeholder 6"/>
          <p:cNvSpPr>
            <a:spLocks noGrp="1"/>
          </p:cNvSpPr>
          <p:nvPr>
            <p:ph type="sldNum" sz="quarter" idx="12"/>
          </p:nvPr>
        </p:nvSpPr>
        <p:spPr/>
        <p:txBody>
          <a:bodyPr/>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27" name=""/>
        <p:cNvGrpSpPr/>
        <p:nvPr/>
      </p:nvGrpSpPr>
      <p:grpSpPr>
        <a:xfrm>
          <a:off x="0" y="0"/>
          <a:ext cx="0" cy="0"/>
          <a:chOff x="0" y="0"/>
          <a:chExt cx="0" cy="0"/>
        </a:xfrm>
      </p:grpSpPr>
      <p:sp>
        <p:nvSpPr>
          <p:cNvPr id="1048617" name="Title 1"/>
          <p:cNvSpPr>
            <a:spLocks noGrp="1"/>
          </p:cNvSpPr>
          <p:nvPr>
            <p:ph type="title"/>
          </p:nvPr>
        </p:nvSpPr>
        <p:spPr/>
        <p:txBody>
          <a:bodyPr/>
          <a:p>
            <a:r>
              <a:rPr lang="en-US"/>
              <a:t>Click to edit Master title style</a:t>
            </a:r>
          </a:p>
        </p:txBody>
      </p:sp>
      <p:sp>
        <p:nvSpPr>
          <p:cNvPr id="1048618"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9" name="Date Placeholder 3"/>
          <p:cNvSpPr>
            <a:spLocks noGrp="1"/>
          </p:cNvSpPr>
          <p:nvPr>
            <p:ph type="dt" sz="half" idx="10"/>
          </p:nvPr>
        </p:nvSpPr>
        <p:spPr/>
        <p:txBody>
          <a:bodyPr/>
          <a:p>
            <a:fld id="{63A1C593-65D0-4073-BCC9-577B9352EA97}" type="datetimeFigureOut">
              <a:rPr lang="en-US" smtClean="0"/>
              <a:t>6/10/2023</a:t>
            </a:fld>
            <a:endParaRPr lang="en-US"/>
          </a:p>
        </p:txBody>
      </p:sp>
      <p:sp>
        <p:nvSpPr>
          <p:cNvPr id="1048620" name="Footer Placeholder 4"/>
          <p:cNvSpPr>
            <a:spLocks noGrp="1"/>
          </p:cNvSpPr>
          <p:nvPr>
            <p:ph type="ftr" sz="quarter" idx="11"/>
          </p:nvPr>
        </p:nvSpPr>
        <p:spPr/>
        <p:txBody>
          <a:bodyPr/>
          <a:p>
            <a:endParaRPr lang="en-US"/>
          </a:p>
        </p:txBody>
      </p:sp>
      <p:sp>
        <p:nvSpPr>
          <p:cNvPr id="1048621" name="Slide Number Placeholder 5"/>
          <p:cNvSpPr>
            <a:spLocks noGrp="1"/>
          </p:cNvSpPr>
          <p:nvPr>
            <p:ph type="sldNum" sz="quarter" idx="12"/>
          </p:nvPr>
        </p:nvSpPr>
        <p:spPr/>
        <p:txBody>
          <a:bodyPr/>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25" name=""/>
        <p:cNvGrpSpPr/>
        <p:nvPr/>
      </p:nvGrpSpPr>
      <p:grpSpPr>
        <a:xfrm>
          <a:off x="0" y="0"/>
          <a:ext cx="0" cy="0"/>
          <a:chOff x="0" y="0"/>
          <a:chExt cx="0" cy="0"/>
        </a:xfrm>
      </p:grpSpPr>
      <p:sp>
        <p:nvSpPr>
          <p:cNvPr id="1048606" name="Vertical Title 1"/>
          <p:cNvSpPr>
            <a:spLocks noGrp="1"/>
          </p:cNvSpPr>
          <p:nvPr>
            <p:ph type="title" orient="vert"/>
          </p:nvPr>
        </p:nvSpPr>
        <p:spPr>
          <a:xfrm>
            <a:off x="8724900" y="365125"/>
            <a:ext cx="2628900" cy="5811838"/>
          </a:xfrm>
        </p:spPr>
        <p:txBody>
          <a:bodyPr vert="eaVert"/>
          <a:p>
            <a:r>
              <a:rPr lang="en-US"/>
              <a:t>Click to edit Master title style</a:t>
            </a:r>
          </a:p>
        </p:txBody>
      </p:sp>
      <p:sp>
        <p:nvSpPr>
          <p:cNvPr id="1048607" name="Vertical Text Placeholder 2"/>
          <p:cNvSpPr>
            <a:spLocks noGrp="1"/>
          </p:cNvSpPr>
          <p:nvPr>
            <p:ph type="body" orient="vert" idx="1"/>
          </p:nvPr>
        </p:nvSpPr>
        <p:spPr>
          <a:xfrm>
            <a:off x="838200" y="365125"/>
            <a:ext cx="7734300" cy="5811838"/>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08" name="Date Placeholder 3"/>
          <p:cNvSpPr>
            <a:spLocks noGrp="1"/>
          </p:cNvSpPr>
          <p:nvPr>
            <p:ph type="dt" sz="half" idx="10"/>
          </p:nvPr>
        </p:nvSpPr>
        <p:spPr/>
        <p:txBody>
          <a:bodyPr/>
          <a:p>
            <a:fld id="{63A1C593-65D0-4073-BCC9-577B9352EA97}" type="datetimeFigureOut">
              <a:rPr lang="en-US" smtClean="0"/>
              <a:t>6/10/2023</a:t>
            </a:fld>
            <a:endParaRPr lang="en-US"/>
          </a:p>
        </p:txBody>
      </p:sp>
      <p:sp>
        <p:nvSpPr>
          <p:cNvPr id="1048609" name="Footer Placeholder 4"/>
          <p:cNvSpPr>
            <a:spLocks noGrp="1"/>
          </p:cNvSpPr>
          <p:nvPr>
            <p:ph type="ftr" sz="quarter" idx="11"/>
          </p:nvPr>
        </p:nvSpPr>
        <p:spPr/>
        <p:txBody>
          <a:bodyPr/>
          <a:p>
            <a:endParaRPr lang="en-US"/>
          </a:p>
        </p:txBody>
      </p:sp>
      <p:sp>
        <p:nvSpPr>
          <p:cNvPr id="1048610" name="Slide Number Placeholder 5"/>
          <p:cNvSpPr>
            <a:spLocks noGrp="1"/>
          </p:cNvSpPr>
          <p:nvPr>
            <p:ph type="sldNum" sz="quarter" idx="12"/>
          </p:nvPr>
        </p:nvSpPr>
        <p:spPr/>
        <p:txBody>
          <a:bodyPr/>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6"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en-US"/>
              <a:t>Click to edit Master title style</a:t>
            </a:r>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63A1C593-65D0-4073-BCC9-577B9352EA97}" type="datetimeFigureOut">
              <a:rPr lang="en-US" smtClean="0"/>
              <a:t>6/10/2023</a:t>
            </a:fld>
            <a:endParaRPr lang="en-US"/>
          </a:p>
        </p:txBody>
      </p:sp>
      <p:sp>
        <p:nvSpPr>
          <p:cNvPr id="1048579" name="Footer Placeholder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9" name=""/>
        <p:cNvGrpSpPr/>
        <p:nvPr/>
      </p:nvGrpSpPr>
      <p:grpSpPr>
        <a:xfrm>
          <a:off x="0" y="0"/>
          <a:ext cx="0" cy="0"/>
          <a:chOff x="0" y="0"/>
          <a:chExt cx="0" cy="0"/>
        </a:xfrm>
      </p:grpSpPr>
      <p:pic>
        <p:nvPicPr>
          <p:cNvPr id="2097152" name="Picture 7" descr="Simats Logo 2023"/>
          <p:cNvPicPr>
            <a:picLocks noChangeAspect="1"/>
          </p:cNvPicPr>
          <p:nvPr/>
        </p:nvPicPr>
        <p:blipFill>
          <a:blip xmlns:r="http://schemas.openxmlformats.org/officeDocument/2006/relationships" r:embed="rId1"/>
          <a:stretch>
            <a:fillRect/>
          </a:stretch>
        </p:blipFill>
        <p:spPr>
          <a:xfrm>
            <a:off x="291465" y="94615"/>
            <a:ext cx="11628755" cy="1134110"/>
          </a:xfrm>
          <a:prstGeom prst="rect"/>
        </p:spPr>
      </p:pic>
      <p:sp>
        <p:nvSpPr>
          <p:cNvPr id="1048586" name="Text Box 3"/>
          <p:cNvSpPr txBox="1"/>
          <p:nvPr/>
        </p:nvSpPr>
        <p:spPr>
          <a:xfrm>
            <a:off x="4773930" y="1477010"/>
            <a:ext cx="2845911" cy="574040"/>
          </a:xfrm>
          <a:prstGeom prst="rect"/>
          <a:noFill/>
        </p:spPr>
        <p:txBody>
          <a:bodyPr rtlCol="0" wrap="none">
            <a:spAutoFit/>
          </a:bodyPr>
          <a:p>
            <a:pPr algn="just"/>
            <a:r>
              <a:rPr altLang="en-US" sz="3200" lang="en-GB"/>
              <a:t>Student Profile</a:t>
            </a:r>
          </a:p>
        </p:txBody>
      </p:sp>
      <p:sp>
        <p:nvSpPr>
          <p:cNvPr id="1048587" name="Rectangles 4"/>
          <p:cNvSpPr/>
          <p:nvPr/>
        </p:nvSpPr>
        <p:spPr>
          <a:xfrm>
            <a:off x="10029825" y="2137373"/>
            <a:ext cx="1657350" cy="1786890"/>
          </a:xfrm>
          <a:prstGeom prst="rec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US"/>
          </a:p>
        </p:txBody>
      </p:sp>
      <p:sp>
        <p:nvSpPr>
          <p:cNvPr id="1048588" name="Text Box 5"/>
          <p:cNvSpPr txBox="1"/>
          <p:nvPr/>
        </p:nvSpPr>
        <p:spPr>
          <a:xfrm>
            <a:off x="10436860" y="2879725"/>
            <a:ext cx="926028" cy="358140"/>
          </a:xfrm>
          <a:prstGeom prst="rect"/>
          <a:noFill/>
        </p:spPr>
        <p:txBody>
          <a:bodyPr rtlCol="0" wrap="none">
            <a:spAutoFit/>
          </a:bodyPr>
          <a:p>
            <a:r>
              <a:rPr altLang="en-US" lang="en-GB"/>
              <a:t>PHOTO</a:t>
            </a:r>
          </a:p>
        </p:txBody>
      </p:sp>
      <p:sp>
        <p:nvSpPr>
          <p:cNvPr id="1048589" name="Text Box 6"/>
          <p:cNvSpPr txBox="1"/>
          <p:nvPr/>
        </p:nvSpPr>
        <p:spPr>
          <a:xfrm>
            <a:off x="706008" y="2170430"/>
            <a:ext cx="7731760" cy="4218940"/>
          </a:xfrm>
          <a:prstGeom prst="rect"/>
          <a:noFill/>
        </p:spPr>
        <p:txBody>
          <a:bodyPr rtlCol="0" wrap="square">
            <a:spAutoFit/>
          </a:bodyPr>
          <a:p>
            <a:r>
              <a:rPr altLang="en-US" b="1" dirty="0" sz="2800" lang="en-GB">
                <a:latin typeface="Times New Roman" panose="02020603050405020304" pitchFamily="18" charset="0"/>
                <a:cs typeface="Times New Roman" panose="02020603050405020304" pitchFamily="18" charset="0"/>
              </a:rPr>
              <a:t>NAME</a:t>
            </a:r>
            <a:r>
              <a:rPr altLang="en-US" dirty="0" sz="2800" lang="en-GB">
                <a:latin typeface="Times New Roman" panose="02020603050405020304" pitchFamily="18" charset="0"/>
                <a:cs typeface="Times New Roman" panose="02020603050405020304" pitchFamily="18" charset="0"/>
              </a:rPr>
              <a:t>: </a:t>
            </a:r>
            <a:r>
              <a:rPr altLang="en-US" dirty="0" sz="2400" lang="en-GB">
                <a:latin typeface="Times New Roman" panose="02020603050405020304" pitchFamily="18" charset="0"/>
                <a:cs typeface="Times New Roman" panose="02020603050405020304" pitchFamily="18" charset="0"/>
              </a:rPr>
              <a:t>D</a:t>
            </a:r>
            <a:r>
              <a:rPr altLang="zh-CN" dirty="0" sz="2400" lang="en-US">
                <a:latin typeface="Times New Roman" panose="02020603050405020304" pitchFamily="18" charset="0"/>
                <a:cs typeface="Times New Roman" panose="02020603050405020304" pitchFamily="18" charset="0"/>
              </a:rPr>
              <a:t>.</a:t>
            </a:r>
            <a:r>
              <a:rPr altLang="zh-CN" dirty="0" sz="2400" lang="en-US">
                <a:latin typeface="Times New Roman" panose="02020603050405020304" pitchFamily="18" charset="0"/>
                <a:cs typeface="Times New Roman" panose="02020603050405020304" pitchFamily="18" charset="0"/>
              </a:rPr>
              <a:t>G</a:t>
            </a:r>
            <a:r>
              <a:rPr altLang="zh-CN" dirty="0" sz="2400" lang="en-US">
                <a:latin typeface="Times New Roman" panose="02020603050405020304" pitchFamily="18" charset="0"/>
                <a:cs typeface="Times New Roman" panose="02020603050405020304" pitchFamily="18" charset="0"/>
              </a:rPr>
              <a:t>o</a:t>
            </a:r>
            <a:r>
              <a:rPr altLang="zh-CN" dirty="0" sz="2400" lang="en-US">
                <a:latin typeface="Times New Roman" panose="02020603050405020304" pitchFamily="18" charset="0"/>
                <a:cs typeface="Times New Roman" panose="02020603050405020304" pitchFamily="18" charset="0"/>
              </a:rPr>
              <a:t>p</a:t>
            </a:r>
            <a:r>
              <a:rPr altLang="zh-CN" dirty="0" sz="2400" lang="en-US">
                <a:latin typeface="Times New Roman" panose="02020603050405020304" pitchFamily="18" charset="0"/>
                <a:cs typeface="Times New Roman" panose="02020603050405020304" pitchFamily="18" charset="0"/>
              </a:rPr>
              <a:t>i</a:t>
            </a:r>
            <a:r>
              <a:rPr altLang="zh-CN" dirty="0" sz="2400" lang="en-US">
                <a:latin typeface="Times New Roman" panose="02020603050405020304" pitchFamily="18" charset="0"/>
                <a:cs typeface="Times New Roman" panose="02020603050405020304" pitchFamily="18" charset="0"/>
              </a:rPr>
              <a:t> </a:t>
            </a:r>
            <a:r>
              <a:rPr altLang="zh-CN" dirty="0" sz="2400" lang="en-US">
                <a:latin typeface="Times New Roman" panose="02020603050405020304" pitchFamily="18" charset="0"/>
                <a:cs typeface="Times New Roman" panose="02020603050405020304" pitchFamily="18" charset="0"/>
              </a:rPr>
              <a:t>K</a:t>
            </a:r>
            <a:r>
              <a:rPr altLang="zh-CN" dirty="0" sz="2400" lang="en-US">
                <a:latin typeface="Times New Roman" panose="02020603050405020304" pitchFamily="18" charset="0"/>
                <a:cs typeface="Times New Roman" panose="02020603050405020304" pitchFamily="18" charset="0"/>
              </a:rPr>
              <a:t>r</a:t>
            </a:r>
            <a:r>
              <a:rPr altLang="zh-CN" dirty="0" sz="2400" lang="en-US">
                <a:latin typeface="Times New Roman" panose="02020603050405020304" pitchFamily="18" charset="0"/>
                <a:cs typeface="Times New Roman" panose="02020603050405020304" pitchFamily="18" charset="0"/>
              </a:rPr>
              <a:t>i</a:t>
            </a:r>
            <a:r>
              <a:rPr altLang="zh-CN" dirty="0" sz="2400" lang="en-US">
                <a:latin typeface="Times New Roman" panose="02020603050405020304" pitchFamily="18" charset="0"/>
                <a:cs typeface="Times New Roman" panose="02020603050405020304" pitchFamily="18" charset="0"/>
              </a:rPr>
              <a:t>s</a:t>
            </a:r>
            <a:r>
              <a:rPr altLang="zh-CN" dirty="0" sz="2400" lang="en-US">
                <a:latin typeface="Times New Roman" panose="02020603050405020304" pitchFamily="18" charset="0"/>
                <a:cs typeface="Times New Roman" panose="02020603050405020304" pitchFamily="18" charset="0"/>
              </a:rPr>
              <a:t>h</a:t>
            </a:r>
            <a:r>
              <a:rPr altLang="zh-CN" dirty="0" sz="2400" lang="en-US">
                <a:latin typeface="Times New Roman" panose="02020603050405020304" pitchFamily="18" charset="0"/>
                <a:cs typeface="Times New Roman" panose="02020603050405020304" pitchFamily="18" charset="0"/>
              </a:rPr>
              <a:t>n</a:t>
            </a:r>
            <a:r>
              <a:rPr altLang="zh-CN" dirty="0" sz="2400" lang="en-US">
                <a:latin typeface="Times New Roman" panose="02020603050405020304" pitchFamily="18" charset="0"/>
                <a:cs typeface="Times New Roman" panose="02020603050405020304" pitchFamily="18" charset="0"/>
              </a:rPr>
              <a:t>a</a:t>
            </a:r>
            <a:endParaRPr altLang="en-US" lang="zh-CN"/>
          </a:p>
          <a:p>
            <a:endParaRPr altLang="en-US" dirty="0" sz="2800" lang="en-GB">
              <a:latin typeface="Times New Roman" panose="02020603050405020304" pitchFamily="18" charset="0"/>
              <a:cs typeface="Times New Roman" panose="02020603050405020304" pitchFamily="18" charset="0"/>
            </a:endParaRPr>
          </a:p>
          <a:p>
            <a:r>
              <a:rPr altLang="en-US" b="1" dirty="0" sz="2800" lang="en-GB">
                <a:latin typeface="Times New Roman" panose="02020603050405020304" pitchFamily="18" charset="0"/>
                <a:cs typeface="Times New Roman" panose="02020603050405020304" pitchFamily="18" charset="0"/>
              </a:rPr>
              <a:t>REGISTRATION NUMBER</a:t>
            </a:r>
            <a:r>
              <a:rPr altLang="en-US" dirty="0" sz="2800" lang="en-GB">
                <a:latin typeface="Times New Roman" panose="02020603050405020304" pitchFamily="18" charset="0"/>
                <a:cs typeface="Times New Roman" panose="02020603050405020304" pitchFamily="18" charset="0"/>
              </a:rPr>
              <a:t>:  </a:t>
            </a:r>
            <a:r>
              <a:rPr altLang="en-US" dirty="0" sz="2400" lang="en-GB">
                <a:latin typeface="Times New Roman" panose="02020603050405020304" pitchFamily="18" charset="0"/>
                <a:cs typeface="Times New Roman" panose="02020603050405020304" pitchFamily="18" charset="0"/>
              </a:rPr>
              <a:t>192</a:t>
            </a:r>
            <a:r>
              <a:rPr altLang="zh-CN" dirty="0" sz="2400" lang="en-US">
                <a:latin typeface="Times New Roman" panose="02020603050405020304" pitchFamily="18" charset="0"/>
                <a:cs typeface="Times New Roman" panose="02020603050405020304" pitchFamily="18" charset="0"/>
              </a:rPr>
              <a:t>0</a:t>
            </a:r>
            <a:r>
              <a:rPr altLang="zh-CN" dirty="0" sz="2400" lang="en-US">
                <a:latin typeface="Times New Roman" panose="02020603050405020304" pitchFamily="18" charset="0"/>
                <a:cs typeface="Times New Roman" panose="02020603050405020304" pitchFamily="18" charset="0"/>
              </a:rPr>
              <a:t>1</a:t>
            </a:r>
            <a:r>
              <a:rPr altLang="zh-CN" dirty="0" sz="2400" lang="en-US">
                <a:latin typeface="Times New Roman" panose="02020603050405020304" pitchFamily="18" charset="0"/>
                <a:cs typeface="Times New Roman" panose="02020603050405020304" pitchFamily="18" charset="0"/>
              </a:rPr>
              <a:t>1</a:t>
            </a:r>
            <a:r>
              <a:rPr altLang="zh-CN" dirty="0" sz="2400" lang="en-US">
                <a:latin typeface="Times New Roman" panose="02020603050405020304" pitchFamily="18" charset="0"/>
                <a:cs typeface="Times New Roman" panose="02020603050405020304" pitchFamily="18" charset="0"/>
              </a:rPr>
              <a:t>0</a:t>
            </a:r>
            <a:r>
              <a:rPr altLang="zh-CN" dirty="0" sz="2400" lang="en-US">
                <a:latin typeface="Times New Roman" panose="02020603050405020304" pitchFamily="18" charset="0"/>
                <a:cs typeface="Times New Roman" panose="02020603050405020304" pitchFamily="18" charset="0"/>
              </a:rPr>
              <a:t>6</a:t>
            </a:r>
            <a:r>
              <a:rPr altLang="zh-CN" dirty="0" sz="2400" lang="en-US">
                <a:latin typeface="Times New Roman" panose="02020603050405020304" pitchFamily="18" charset="0"/>
                <a:cs typeface="Times New Roman" panose="02020603050405020304" pitchFamily="18" charset="0"/>
              </a:rPr>
              <a:t>5</a:t>
            </a:r>
            <a:endParaRPr altLang="en-US" lang="zh-CN"/>
          </a:p>
          <a:p>
            <a:endParaRPr altLang="en-US" dirty="0" sz="2800" lang="en-GB">
              <a:latin typeface="Times New Roman" panose="02020603050405020304" pitchFamily="18" charset="0"/>
              <a:cs typeface="Times New Roman" panose="02020603050405020304" pitchFamily="18" charset="0"/>
            </a:endParaRPr>
          </a:p>
          <a:p>
            <a:r>
              <a:rPr altLang="en-US" b="1" dirty="0" sz="2800" lang="en-GB">
                <a:latin typeface="Times New Roman" panose="02020603050405020304" pitchFamily="18" charset="0"/>
                <a:cs typeface="Times New Roman" panose="02020603050405020304" pitchFamily="18" charset="0"/>
              </a:rPr>
              <a:t>COURSE CODE</a:t>
            </a:r>
            <a:r>
              <a:rPr altLang="en-US" dirty="0" sz="2800" lang="en-GB">
                <a:latin typeface="Times New Roman" panose="02020603050405020304" pitchFamily="18" charset="0"/>
                <a:cs typeface="Times New Roman" panose="02020603050405020304" pitchFamily="18" charset="0"/>
              </a:rPr>
              <a:t>: </a:t>
            </a:r>
            <a:r>
              <a:rPr altLang="en-US" dirty="0" sz="2400" lang="en-GB">
                <a:latin typeface="Times New Roman" panose="02020603050405020304" pitchFamily="18" charset="0"/>
                <a:cs typeface="Times New Roman" panose="02020603050405020304" pitchFamily="18" charset="0"/>
              </a:rPr>
              <a:t>CSA4352</a:t>
            </a:r>
          </a:p>
          <a:p>
            <a:endParaRPr altLang="en-US" dirty="0" sz="2800" lang="en-GB">
              <a:latin typeface="Times New Roman" panose="02020603050405020304" pitchFamily="18" charset="0"/>
              <a:cs typeface="Times New Roman" panose="02020603050405020304" pitchFamily="18" charset="0"/>
            </a:endParaRPr>
          </a:p>
          <a:p>
            <a:r>
              <a:rPr altLang="en-US" b="1" dirty="0" sz="2800" lang="en-GB">
                <a:latin typeface="Times New Roman" panose="02020603050405020304" pitchFamily="18" charset="0"/>
                <a:cs typeface="Times New Roman" panose="02020603050405020304" pitchFamily="18" charset="0"/>
              </a:rPr>
              <a:t>COURSE NAME</a:t>
            </a:r>
            <a:r>
              <a:rPr altLang="en-US" dirty="0" sz="2800" lang="en-GB">
                <a:latin typeface="Times New Roman" panose="02020603050405020304" pitchFamily="18" charset="0"/>
                <a:cs typeface="Times New Roman" panose="02020603050405020304" pitchFamily="18" charset="0"/>
              </a:rPr>
              <a:t>: </a:t>
            </a:r>
            <a:r>
              <a:rPr altLang="en-US" dirty="0" sz="2400" lang="en-GB">
                <a:latin typeface="Times New Roman" panose="02020603050405020304" pitchFamily="18" charset="0"/>
                <a:cs typeface="Times New Roman" panose="02020603050405020304" pitchFamily="18" charset="0"/>
              </a:rPr>
              <a:t>Internet programming</a:t>
            </a:r>
            <a:br>
              <a:rPr altLang="en-US" dirty="0" sz="2800" lang="en-GB">
                <a:latin typeface="Times New Roman" panose="02020603050405020304" pitchFamily="18" charset="0"/>
                <a:cs typeface="Times New Roman" panose="02020603050405020304" pitchFamily="18" charset="0"/>
              </a:rPr>
            </a:br>
            <a:r>
              <a:rPr altLang="zh-CN" dirty="0" sz="2800" lang="en-US">
                <a:latin typeface="Times New Roman" panose="02020603050405020304" pitchFamily="18" charset="0"/>
                <a:cs typeface="Times New Roman" panose="02020603050405020304" pitchFamily="18" charset="0"/>
              </a:rPr>
              <a:t> </a:t>
            </a:r>
            <a:r>
              <a:rPr altLang="zh-CN" dirty="0" sz="2800" lang="en-US">
                <a:latin typeface="Times New Roman" panose="02020603050405020304" pitchFamily="18" charset="0"/>
                <a:cs typeface="Times New Roman" panose="02020603050405020304" pitchFamily="18" charset="0"/>
              </a:rPr>
              <a:t>W</a:t>
            </a:r>
            <a:r>
              <a:rPr altLang="zh-CN" dirty="0" sz="2800" lang="en-US">
                <a:latin typeface="Times New Roman" panose="02020603050405020304" pitchFamily="18" charset="0"/>
                <a:cs typeface="Times New Roman" panose="02020603050405020304" pitchFamily="18" charset="0"/>
              </a:rPr>
              <a:t>i</a:t>
            </a:r>
            <a:r>
              <a:rPr altLang="zh-CN" dirty="0" sz="2800" lang="en-US">
                <a:latin typeface="Times New Roman" panose="02020603050405020304" pitchFamily="18" charset="0"/>
                <a:cs typeface="Times New Roman" panose="02020603050405020304" pitchFamily="18" charset="0"/>
              </a:rPr>
              <a:t>t</a:t>
            </a:r>
            <a:r>
              <a:rPr altLang="zh-CN" dirty="0" sz="2800" lang="en-US">
                <a:latin typeface="Times New Roman" panose="02020603050405020304" pitchFamily="18" charset="0"/>
                <a:cs typeface="Times New Roman" panose="02020603050405020304" pitchFamily="18" charset="0"/>
              </a:rPr>
              <a:t>h</a:t>
            </a:r>
            <a:r>
              <a:rPr altLang="zh-CN" dirty="0" sz="2800" lang="en-US">
                <a:latin typeface="Times New Roman" panose="02020603050405020304" pitchFamily="18" charset="0"/>
                <a:cs typeface="Times New Roman" panose="02020603050405020304" pitchFamily="18" charset="0"/>
              </a:rPr>
              <a:t> </a:t>
            </a:r>
            <a:r>
              <a:rPr altLang="zh-CN" dirty="0" sz="2800" lang="en-US">
                <a:latin typeface="Times New Roman" panose="02020603050405020304" pitchFamily="18" charset="0"/>
                <a:cs typeface="Times New Roman" panose="02020603050405020304" pitchFamily="18" charset="0"/>
              </a:rPr>
              <a:t>w</a:t>
            </a:r>
            <a:r>
              <a:rPr altLang="zh-CN" dirty="0" sz="2800" lang="en-US">
                <a:latin typeface="Times New Roman" panose="02020603050405020304" pitchFamily="18" charset="0"/>
                <a:cs typeface="Times New Roman" panose="02020603050405020304" pitchFamily="18" charset="0"/>
              </a:rPr>
              <a:t>e</a:t>
            </a:r>
            <a:r>
              <a:rPr altLang="zh-CN" dirty="0" sz="2800" lang="en-US">
                <a:latin typeface="Times New Roman" panose="02020603050405020304" pitchFamily="18" charset="0"/>
                <a:cs typeface="Times New Roman" panose="02020603050405020304" pitchFamily="18" charset="0"/>
              </a:rPr>
              <a:t>b</a:t>
            </a:r>
            <a:r>
              <a:rPr altLang="zh-CN" dirty="0" sz="2800" lang="en-US">
                <a:latin typeface="Times New Roman" panose="02020603050405020304" pitchFamily="18" charset="0"/>
                <a:cs typeface="Times New Roman" panose="02020603050405020304" pitchFamily="18" charset="0"/>
              </a:rPr>
              <a:t> </a:t>
            </a:r>
            <a:r>
              <a:rPr altLang="zh-CN" dirty="0" sz="2800" lang="en-US">
                <a:latin typeface="Times New Roman" panose="02020603050405020304" pitchFamily="18" charset="0"/>
                <a:cs typeface="Times New Roman" panose="02020603050405020304" pitchFamily="18" charset="0"/>
              </a:rPr>
              <a:t>d</a:t>
            </a:r>
            <a:r>
              <a:rPr altLang="zh-CN" dirty="0" sz="2800" lang="en-US">
                <a:latin typeface="Times New Roman" panose="02020603050405020304" pitchFamily="18" charset="0"/>
                <a:cs typeface="Times New Roman" panose="02020603050405020304" pitchFamily="18" charset="0"/>
              </a:rPr>
              <a:t>e</a:t>
            </a:r>
            <a:r>
              <a:rPr altLang="zh-CN" dirty="0" sz="2800" lang="en-US">
                <a:latin typeface="Times New Roman" panose="02020603050405020304" pitchFamily="18" charset="0"/>
                <a:cs typeface="Times New Roman" panose="02020603050405020304" pitchFamily="18" charset="0"/>
              </a:rPr>
              <a:t>s</a:t>
            </a:r>
            <a:r>
              <a:rPr altLang="zh-CN" dirty="0" sz="2800" lang="en-US">
                <a:latin typeface="Times New Roman" panose="02020603050405020304" pitchFamily="18" charset="0"/>
                <a:cs typeface="Times New Roman" panose="02020603050405020304" pitchFamily="18" charset="0"/>
              </a:rPr>
              <a:t>i</a:t>
            </a:r>
            <a:r>
              <a:rPr altLang="zh-CN" dirty="0" sz="2800" lang="en-US">
                <a:latin typeface="Times New Roman" panose="02020603050405020304" pitchFamily="18" charset="0"/>
                <a:cs typeface="Times New Roman" panose="02020603050405020304" pitchFamily="18" charset="0"/>
              </a:rPr>
              <a:t>g</a:t>
            </a:r>
            <a:r>
              <a:rPr altLang="zh-CN" dirty="0" sz="2800" lang="en-US">
                <a:latin typeface="Times New Roman" panose="02020603050405020304" pitchFamily="18" charset="0"/>
                <a:cs typeface="Times New Roman" panose="02020603050405020304" pitchFamily="18" charset="0"/>
              </a:rPr>
              <a:t>n</a:t>
            </a:r>
            <a:br>
              <a:rPr altLang="en-US" dirty="0" sz="2800" lang="en-GB">
                <a:latin typeface="Times New Roman" panose="02020603050405020304" pitchFamily="18" charset="0"/>
                <a:cs typeface="Times New Roman" panose="02020603050405020304" pitchFamily="18" charset="0"/>
              </a:rPr>
            </a:br>
            <a:r>
              <a:rPr altLang="en-US" b="1" dirty="0" sz="2800" lang="en-GB">
                <a:latin typeface="Times New Roman" panose="02020603050405020304" pitchFamily="18" charset="0"/>
                <a:cs typeface="Times New Roman" panose="02020603050405020304" pitchFamily="18" charset="0"/>
              </a:rPr>
              <a:t>PROJECT TITLE</a:t>
            </a:r>
            <a:r>
              <a:rPr altLang="en-US" dirty="0" sz="2800" lang="en-GB">
                <a:latin typeface="Times New Roman" panose="02020603050405020304" pitchFamily="18" charset="0"/>
                <a:cs typeface="Times New Roman" panose="02020603050405020304" pitchFamily="18" charset="0"/>
              </a:rPr>
              <a:t>: </a:t>
            </a:r>
            <a:r>
              <a:rPr altLang="en-US" dirty="0" sz="2400" lang="en-GB">
                <a:latin typeface="Times New Roman" panose="02020603050405020304" pitchFamily="18" charset="0"/>
                <a:cs typeface="Times New Roman" panose="02020603050405020304" pitchFamily="18" charset="0"/>
              </a:rPr>
              <a:t>ONLINE BLOOD BANK                   MANAGEMENT SYSTEM</a:t>
            </a:r>
            <a:endParaRPr altLang="en-US" lang="zh-CN"/>
          </a:p>
        </p:txBody>
      </p:sp>
      <p:sp>
        <p:nvSpPr>
          <p:cNvPr id="1048590" name="AutoShape 2"/>
          <p:cNvSpPr>
            <a:spLocks noChangeAspect="1" noChangeArrowheads="1"/>
          </p:cNvSpPr>
          <p:nvPr/>
        </p:nvSpPr>
        <p:spPr bwMode="auto">
          <a:xfrm>
            <a:off x="5943600" y="3276600"/>
            <a:ext cx="304800" cy="304800"/>
          </a:xfrm>
          <a:prstGeom prst="rect"/>
          <a:noFill/>
        </p:spPr>
        <p:txBody>
          <a:bodyPr anchor="t" anchorCtr="0" bIns="45720" compatLnSpc="1" lIns="91440" numCol="1" rIns="91440" tIns="45720" vert="horz" wrap="square">
            <a:prstTxWarp prst="textNoShape"/>
          </a:bodyPr>
          <a:p>
            <a:endParaRPr lang="en-IN"/>
          </a:p>
        </p:txBody>
      </p:sp>
      <p:pic>
        <p:nvPicPr>
          <p:cNvPr id="2097153" name=""/>
          <p:cNvPicPr>
            <a:picLocks/>
          </p:cNvPicPr>
          <p:nvPr/>
        </p:nvPicPr>
        <p:blipFill>
          <a:blip xmlns:r="http://schemas.openxmlformats.org/officeDocument/2006/relationships" r:embed="rId2"/>
          <a:stretch>
            <a:fillRect/>
          </a:stretch>
        </p:blipFill>
        <p:spPr>
          <a:xfrm rot="0">
            <a:off x="9801765" y="2047693"/>
            <a:ext cx="1885410" cy="1876570"/>
          </a:xfrm>
          <a:prstGeom prst="rec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1" name=""/>
        <p:cNvGrpSpPr/>
        <p:nvPr/>
      </p:nvGrpSpPr>
      <p:grpSpPr>
        <a:xfrm>
          <a:off x="0" y="0"/>
          <a:ext cx="0" cy="0"/>
          <a:chOff x="0" y="0"/>
          <a:chExt cx="0" cy="0"/>
        </a:xfrm>
      </p:grpSpPr>
      <p:sp>
        <p:nvSpPr>
          <p:cNvPr id="1048596" name="Title 1"/>
          <p:cNvSpPr>
            <a:spLocks noGrp="1"/>
          </p:cNvSpPr>
          <p:nvPr>
            <p:ph type="title"/>
          </p:nvPr>
        </p:nvSpPr>
        <p:spPr>
          <a:xfrm>
            <a:off x="815975" y="235672"/>
            <a:ext cx="10560050" cy="4967924"/>
          </a:xfrm>
        </p:spPr>
        <p:txBody>
          <a:bodyPr>
            <a:normAutofit fontScale="90000"/>
          </a:bodyPr>
          <a:p>
            <a:r>
              <a:rPr altLang="en-US" b="1" dirty="0" sz="1800" lang="en-GB" u="sng">
                <a:latin typeface="Times New Roman" panose="02020603050405020304" pitchFamily="18" charset="0"/>
                <a:cs typeface="Times New Roman" panose="02020603050405020304" pitchFamily="18" charset="0"/>
              </a:rPr>
              <a:t>Abstract:</a:t>
            </a:r>
            <a:r>
              <a:rPr altLang="en-US" b="1" dirty="0" sz="1800" lang="en-GB">
                <a:latin typeface="Times New Roman" panose="02020603050405020304" pitchFamily="18" charset="0"/>
                <a:cs typeface="Times New Roman" panose="02020603050405020304" pitchFamily="18" charset="0"/>
              </a:rPr>
              <a:t> </a:t>
            </a:r>
            <a:r>
              <a:rPr b="0" dirty="0" sz="1600" i="0" lang="en-US">
                <a:solidFill>
                  <a:srgbClr val="333333"/>
                </a:solidFill>
                <a:effectLst/>
                <a:latin typeface="Times New Roman" panose="02020603050405020304" pitchFamily="18" charset="0"/>
                <a:cs typeface="Times New Roman" panose="02020603050405020304" pitchFamily="18" charset="0"/>
              </a:rPr>
              <a:t>The Online Blood Donation Management System, the purpose of which is to act as a bridge between a person who needs blood, a patient, and a blood donor. The design of an automatic blood system has become an integral part for saving the human lives, who need the blood under different situations. Since, there are various drawbacks of the pre-existing system like privacy issues for the donors, which are getting reflected directly on the interface</a:t>
            </a:r>
            <a:r>
              <a:rPr b="0" dirty="0" sz="1400" i="0" lang="en-US">
                <a:solidFill>
                  <a:srgbClr val="333333"/>
                </a:solidFill>
                <a:effectLst/>
                <a:latin typeface="Times New Roman" panose="02020603050405020304" pitchFamily="18" charset="0"/>
                <a:cs typeface="Times New Roman" panose="02020603050405020304" pitchFamily="18" charset="0"/>
              </a:rPr>
              <a:t>. </a:t>
            </a:r>
            <a:r>
              <a:rPr b="0" dirty="0" sz="1600" i="0" lang="en-US">
                <a:solidFill>
                  <a:srgbClr val="333333"/>
                </a:solidFill>
                <a:effectLst/>
                <a:latin typeface="Times New Roman" panose="02020603050405020304" pitchFamily="18" charset="0"/>
                <a:cs typeface="Times New Roman" panose="02020603050405020304" pitchFamily="18" charset="0"/>
              </a:rPr>
              <a:t>Thus, we have designed a robust system that will create a connection between different hospitals, NGOs, and blood banks to help the patient in any difficult situation. Thus, HIPPA model provides a backbone for security breaches The interface designed will be easy-to-use and easy to access and will be a fast, efficient, and reliable way to get lifesaving blood, totally free of chart.</a:t>
            </a:r>
            <a:br>
              <a:rPr b="0" dirty="0" sz="1600" i="0" lang="en-US">
                <a:solidFill>
                  <a:srgbClr val="333333"/>
                </a:solidFill>
                <a:effectLst/>
                <a:latin typeface="Times New Roman" panose="02020603050405020304" pitchFamily="18" charset="0"/>
                <a:cs typeface="Times New Roman" panose="02020603050405020304" pitchFamily="18" charset="0"/>
              </a:rPr>
            </a:br>
            <a:br>
              <a:rPr b="0" dirty="0" sz="1600" i="0" lang="en-US">
                <a:solidFill>
                  <a:srgbClr val="333333"/>
                </a:solidFill>
                <a:effectLst/>
                <a:latin typeface="Times New Roman" panose="02020603050405020304" pitchFamily="18" charset="0"/>
                <a:cs typeface="Times New Roman" panose="02020603050405020304" pitchFamily="18" charset="0"/>
              </a:rPr>
            </a:br>
            <a:r>
              <a:rPr b="1" dirty="0" sz="1800" i="0" lang="en-US" u="sng">
                <a:solidFill>
                  <a:srgbClr val="333333"/>
                </a:solidFill>
                <a:effectLst/>
                <a:latin typeface="Times New Roman" panose="02020603050405020304" pitchFamily="18" charset="0"/>
                <a:cs typeface="Times New Roman" panose="02020603050405020304" pitchFamily="18" charset="0"/>
              </a:rPr>
              <a:t>INTRODUCTION: </a:t>
            </a:r>
            <a:r>
              <a:rPr b="0" dirty="0" sz="1600" i="0" lang="en-US">
                <a:solidFill>
                  <a:srgbClr val="333333"/>
                </a:solidFill>
                <a:effectLst/>
                <a:latin typeface="Times New Roman" panose="02020603050405020304" pitchFamily="18" charset="0"/>
                <a:cs typeface="Times New Roman" panose="02020603050405020304" pitchFamily="18" charset="0"/>
              </a:rPr>
              <a:t>Since blood cannot be stored for an indefinite amount of time, a constant source of blood donation is required to the WHO, the sustainable approach toward ensuring prompt and effective access to the sources of safe blood and blood products is to develop a nationwide.</a:t>
            </a:r>
            <a:br>
              <a:rPr b="0" dirty="0" sz="1600" i="0" lang="en-US">
                <a:solidFill>
                  <a:srgbClr val="333333"/>
                </a:solidFill>
                <a:effectLst/>
                <a:latin typeface="Times New Roman" panose="02020603050405020304" pitchFamily="18" charset="0"/>
                <a:cs typeface="Times New Roman" panose="02020603050405020304" pitchFamily="18" charset="0"/>
              </a:rPr>
            </a:br>
            <a:r>
              <a:rPr b="0" dirty="0" sz="1600" i="0" lang="en-US">
                <a:solidFill>
                  <a:srgbClr val="333333"/>
                </a:solidFill>
                <a:effectLst/>
                <a:latin typeface="Times New Roman" panose="02020603050405020304" pitchFamily="18" charset="0"/>
                <a:cs typeface="Times New Roman" panose="02020603050405020304" pitchFamily="18" charset="0"/>
              </a:rPr>
              <a:t>organized blood transfusion program focused on voluntary non remunerated blood donors (VNRBD) . Recruiting voluntary blood donors remains one of the significant challenges for any blood transfusion service. Out of 193 WHO Member States, only 62 countries (32%) </a:t>
            </a:r>
            <a:br>
              <a:rPr b="0" dirty="0" sz="1600" i="0" lang="en-US">
                <a:solidFill>
                  <a:srgbClr val="333333"/>
                </a:solidFill>
                <a:effectLst/>
                <a:latin typeface="Times New Roman" panose="02020603050405020304" pitchFamily="18" charset="0"/>
                <a:cs typeface="Times New Roman" panose="02020603050405020304" pitchFamily="18" charset="0"/>
              </a:rPr>
            </a:br>
            <a:r>
              <a:rPr b="0" dirty="0" sz="1600" i="0" lang="en-US">
                <a:solidFill>
                  <a:srgbClr val="333333"/>
                </a:solidFill>
                <a:effectLst/>
                <a:latin typeface="Times New Roman" panose="02020603050405020304" pitchFamily="18" charset="0"/>
                <a:cs typeface="Times New Roman" panose="02020603050405020304" pitchFamily="18" charset="0"/>
              </a:rPr>
              <a:t>reported receiving more than 99% of their blood supply through VNRBD . In general, blood banks face multifaceted challenges in resource limited conditions like rural areas of Bangladesh. Blood storage is a big concern due to the unavailability of continuous electricity </a:t>
            </a:r>
            <a:br>
              <a:rPr b="0" dirty="0" sz="1600" i="0" lang="en-US">
                <a:solidFill>
                  <a:srgbClr val="333333"/>
                </a:solidFill>
                <a:effectLst/>
                <a:latin typeface="Times New Roman" panose="02020603050405020304" pitchFamily="18" charset="0"/>
                <a:cs typeface="Times New Roman" panose="02020603050405020304" pitchFamily="18" charset="0"/>
              </a:rPr>
            </a:br>
            <a:r>
              <a:rPr b="0" dirty="0" sz="1600" i="0" lang="en-US">
                <a:solidFill>
                  <a:srgbClr val="333333"/>
                </a:solidFill>
                <a:effectLst/>
                <a:latin typeface="Times New Roman" panose="02020603050405020304" pitchFamily="18" charset="0"/>
                <a:cs typeface="Times New Roman" panose="02020603050405020304" pitchFamily="18" charset="0"/>
              </a:rPr>
              <a:t>supply in many parts of Bangladesh and other parts of the world.</a:t>
            </a:r>
            <a:br>
              <a:rPr b="0" dirty="0" sz="1600" i="0" lang="en-US">
                <a:solidFill>
                  <a:srgbClr val="333333"/>
                </a:solidFill>
                <a:effectLst/>
                <a:latin typeface="Times New Roman" panose="02020603050405020304" pitchFamily="18" charset="0"/>
                <a:cs typeface="Times New Roman" panose="02020603050405020304" pitchFamily="18" charset="0"/>
              </a:rPr>
            </a:br>
            <a:br>
              <a:rPr dirty="0" sz="1600" lang="en-US">
                <a:solidFill>
                  <a:srgbClr val="333333"/>
                </a:solidFill>
                <a:latin typeface="Times New Roman" panose="02020603050405020304" pitchFamily="18" charset="0"/>
                <a:cs typeface="Times New Roman" panose="02020603050405020304" pitchFamily="18" charset="0"/>
              </a:rPr>
            </a:br>
            <a:br>
              <a:rPr dirty="0" sz="1600" lang="en-US">
                <a:solidFill>
                  <a:srgbClr val="333333"/>
                </a:solidFill>
                <a:latin typeface="Times New Roman" panose="02020603050405020304" pitchFamily="18" charset="0"/>
                <a:cs typeface="Times New Roman" panose="02020603050405020304" pitchFamily="18" charset="0"/>
              </a:rPr>
            </a:br>
            <a:br>
              <a:rPr dirty="0" sz="1600" lang="en-US">
                <a:solidFill>
                  <a:srgbClr val="333333"/>
                </a:solidFill>
                <a:latin typeface="Times New Roman" panose="02020603050405020304" pitchFamily="18" charset="0"/>
                <a:cs typeface="Times New Roman" panose="02020603050405020304" pitchFamily="18" charset="0"/>
              </a:rPr>
            </a:br>
            <a:br>
              <a:rPr dirty="0" sz="1600" lang="en-US">
                <a:solidFill>
                  <a:srgbClr val="333333"/>
                </a:solidFill>
                <a:latin typeface="Times New Roman" panose="02020603050405020304" pitchFamily="18" charset="0"/>
                <a:cs typeface="Times New Roman" panose="02020603050405020304" pitchFamily="18" charset="0"/>
              </a:rPr>
            </a:br>
            <a:br>
              <a:rPr b="0" dirty="0" sz="1600" i="0" lang="en-US">
                <a:solidFill>
                  <a:srgbClr val="333333"/>
                </a:solidFill>
                <a:effectLst/>
                <a:latin typeface="Times New Roman" panose="02020603050405020304" pitchFamily="18" charset="0"/>
                <a:cs typeface="Times New Roman" panose="02020603050405020304" pitchFamily="18" charset="0"/>
              </a:rPr>
            </a:br>
            <a:br>
              <a:rPr b="0" dirty="0" sz="1600" i="0" lang="en-US">
                <a:solidFill>
                  <a:srgbClr val="333333"/>
                </a:solidFill>
                <a:effectLst/>
                <a:latin typeface="Times New Roman" panose="02020603050405020304" pitchFamily="18" charset="0"/>
                <a:cs typeface="Times New Roman" panose="02020603050405020304" pitchFamily="18" charset="0"/>
              </a:rPr>
            </a:br>
            <a:endParaRPr altLang="en-US" b="1" dirty="0" sz="1600" lang="en-GB">
              <a:latin typeface="Times New Roman" panose="02020603050405020304" pitchFamily="18" charset="0"/>
              <a:cs typeface="Times New Roman" panose="02020603050405020304" pitchFamily="18" charset="0"/>
            </a:endParaRPr>
          </a:p>
        </p:txBody>
      </p:sp>
      <p:sp>
        <p:nvSpPr>
          <p:cNvPr id="1048597" name="Text Box 4"/>
          <p:cNvSpPr txBox="1"/>
          <p:nvPr/>
        </p:nvSpPr>
        <p:spPr>
          <a:xfrm>
            <a:off x="815976" y="3843890"/>
            <a:ext cx="10467910" cy="1831341"/>
          </a:xfrm>
          <a:prstGeom prst="rect"/>
          <a:noFill/>
        </p:spPr>
        <p:txBody>
          <a:bodyPr rtlCol="0" wrap="square">
            <a:spAutoFit/>
          </a:bodyPr>
          <a:p>
            <a:pPr algn="l"/>
            <a:r>
              <a:rPr altLang="en-US" b="1" dirty="0" sz="1600" lang="en-GB" u="sng">
                <a:latin typeface="Times New Roman" panose="02020603050405020304" pitchFamily="18" charset="0"/>
                <a:cs typeface="Times New Roman" panose="02020603050405020304" pitchFamily="18" charset="0"/>
              </a:rPr>
              <a:t>MODULES:</a:t>
            </a:r>
            <a:endParaRPr altLang="en-US" dirty="0" sz="1600" lang="en-GB">
              <a:latin typeface="Times New Roman" panose="02020603050405020304" pitchFamily="18" charset="0"/>
              <a:cs typeface="Times New Roman" panose="02020603050405020304" pitchFamily="18" charset="0"/>
            </a:endParaRPr>
          </a:p>
          <a:p>
            <a:pPr algn="l"/>
            <a:r>
              <a:rPr altLang="en-US" b="1" dirty="0" sz="1600" lang="en-GB" u="sng">
                <a:latin typeface="Times New Roman" panose="02020603050405020304" pitchFamily="18" charset="0"/>
                <a:cs typeface="Times New Roman" panose="02020603050405020304" pitchFamily="18" charset="0"/>
              </a:rPr>
              <a:t>USER:</a:t>
            </a:r>
            <a:r>
              <a:rPr b="0" dirty="0" sz="1400" i="0" lang="en-US">
                <a:solidFill>
                  <a:srgbClr val="333333"/>
                </a:solidFill>
                <a:effectLst/>
                <a:latin typeface="Times New Roman" panose="02020603050405020304" pitchFamily="18" charset="0"/>
                <a:cs typeface="Times New Roman" panose="02020603050405020304" pitchFamily="18" charset="0"/>
              </a:rPr>
              <a:t>There are two type of user in this project donor and customer. Donor can register to the web site by giving his personal details like name, blood group, address, contact details etc. Once registration is done he can post his donation. Customer can register to the portal and view list of donors who are interested to donate blood. He can also search list of donors based on the blood group. Once he gets suitable donor he can directly contact the donor.</a:t>
            </a:r>
          </a:p>
          <a:p>
            <a:pPr algn="l"/>
            <a:r>
              <a:rPr altLang="en-US" b="1" dirty="0" sz="1600" lang="en-US" u="sng">
                <a:solidFill>
                  <a:srgbClr val="333333"/>
                </a:solidFill>
                <a:latin typeface="Times New Roman" panose="02020603050405020304" pitchFamily="18" charset="0"/>
                <a:cs typeface="Times New Roman" panose="02020603050405020304" pitchFamily="18" charset="0"/>
              </a:rPr>
              <a:t>ADMIN: </a:t>
            </a:r>
            <a:r>
              <a:rPr b="0" dirty="0" sz="1400" i="0" lang="en-US">
                <a:solidFill>
                  <a:srgbClr val="333333"/>
                </a:solidFill>
                <a:effectLst/>
                <a:latin typeface="Times New Roman" panose="02020603050405020304" pitchFamily="18" charset="0"/>
                <a:cs typeface="Times New Roman" panose="02020603050405020304" pitchFamily="18" charset="0"/>
              </a:rPr>
              <a:t>Admin is responsible to post all the information related to blood donation. Admin can view list of voluntary blood donors and help the needy by providing their information to blood bank and patients. Admin can send a blood request to other blood bank in case of emergency or shortage of blood.</a:t>
            </a:r>
            <a:endParaRPr altLang="en-US" b="1" dirty="0" sz="1400" lang="en-GB" u="sng">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2" name=""/>
        <p:cNvGrpSpPr/>
        <p:nvPr/>
      </p:nvGrpSpPr>
      <p:grpSpPr>
        <a:xfrm>
          <a:off x="0" y="0"/>
          <a:ext cx="0" cy="0"/>
          <a:chOff x="0" y="0"/>
          <a:chExt cx="0" cy="0"/>
        </a:xfrm>
      </p:grpSpPr>
      <p:sp>
        <p:nvSpPr>
          <p:cNvPr id="1048598" name="Title 1"/>
          <p:cNvSpPr>
            <a:spLocks noGrp="1"/>
          </p:cNvSpPr>
          <p:nvPr>
            <p:ph type="title"/>
          </p:nvPr>
        </p:nvSpPr>
        <p:spPr>
          <a:xfrm>
            <a:off x="838200" y="365125"/>
            <a:ext cx="10515600" cy="6241863"/>
          </a:xfrm>
        </p:spPr>
        <p:txBody>
          <a:bodyPr>
            <a:normAutofit/>
          </a:bodyPr>
          <a:p>
            <a:pPr algn="l"/>
            <a:r>
              <a:rPr altLang="en-US" b="1" dirty="0" sz="1800" lang="en-GB" u="sng">
                <a:latin typeface="Times New Roman" panose="02020603050405020304" pitchFamily="18" charset="0"/>
                <a:cs typeface="Times New Roman" panose="02020603050405020304" pitchFamily="18" charset="0"/>
              </a:rPr>
              <a:t>Working principles:</a:t>
            </a:r>
            <a:br>
              <a:rPr altLang="en-US" b="1" dirty="0" sz="1800" lang="en-GB" u="sng">
                <a:latin typeface="Times New Roman" panose="02020603050405020304" pitchFamily="18" charset="0"/>
                <a:cs typeface="Times New Roman" panose="02020603050405020304" pitchFamily="18" charset="0"/>
              </a:rPr>
            </a:br>
            <a:br>
              <a:rPr altLang="en-US" dirty="0" sz="1800" lang="en-GB">
                <a:latin typeface="Calibri" panose="020F0502020204030204" charset="0"/>
                <a:cs typeface="Calibri" panose="020F0502020204030204" charset="0"/>
              </a:rPr>
            </a:br>
            <a:r>
              <a:rPr b="1" dirty="0" sz="1800" i="0" lang="en-US">
                <a:solidFill>
                  <a:srgbClr val="333333"/>
                </a:solidFill>
                <a:effectLst/>
                <a:latin typeface="Times New Roman" panose="02020603050405020304" pitchFamily="18" charset="0"/>
                <a:cs typeface="Times New Roman" panose="02020603050405020304" pitchFamily="18" charset="0"/>
              </a:rPr>
              <a:t>Donor facility</a:t>
            </a:r>
            <a:r>
              <a:rPr b="0" dirty="0" sz="1800" i="0" lang="en-US">
                <a:solidFill>
                  <a:srgbClr val="333333"/>
                </a:solidFill>
                <a:effectLst/>
                <a:latin typeface="Times New Roman" panose="02020603050405020304" pitchFamily="18" charset="0"/>
                <a:cs typeface="Times New Roman" panose="02020603050405020304" pitchFamily="18" charset="0"/>
              </a:rPr>
              <a:t>: </a:t>
            </a:r>
            <a:br>
              <a:rPr b="0" dirty="0" sz="1800" i="0" lang="en-US">
                <a:solidFill>
                  <a:srgbClr val="333333"/>
                </a:solidFill>
                <a:effectLst/>
                <a:latin typeface="Times New Roman" panose="02020603050405020304" pitchFamily="18" charset="0"/>
                <a:cs typeface="Times New Roman" panose="02020603050405020304" pitchFamily="18" charset="0"/>
              </a:rPr>
            </a:br>
            <a:r>
              <a:rPr b="0" dirty="0" sz="1800" i="0" lang="en-US">
                <a:solidFill>
                  <a:srgbClr val="333333"/>
                </a:solidFill>
                <a:effectLst/>
                <a:latin typeface="Times New Roman" panose="02020603050405020304" pitchFamily="18" charset="0"/>
                <a:cs typeface="Times New Roman" panose="02020603050405020304" pitchFamily="18" charset="0"/>
              </a:rPr>
              <a:t>1. A donor can register himself as a donor </a:t>
            </a:r>
            <a:br>
              <a:rPr b="0" dirty="0" sz="1800" i="0" lang="en-US">
                <a:solidFill>
                  <a:srgbClr val="333333"/>
                </a:solidFill>
                <a:effectLst/>
                <a:latin typeface="Times New Roman" panose="02020603050405020304" pitchFamily="18" charset="0"/>
                <a:cs typeface="Times New Roman" panose="02020603050405020304" pitchFamily="18" charset="0"/>
              </a:rPr>
            </a:br>
            <a:r>
              <a:rPr b="0" dirty="0" sz="1800" i="0" lang="en-US">
                <a:solidFill>
                  <a:srgbClr val="333333"/>
                </a:solidFill>
                <a:effectLst/>
                <a:latin typeface="Times New Roman" panose="02020603050405020304" pitchFamily="18" charset="0"/>
                <a:cs typeface="Times New Roman" panose="02020603050405020304" pitchFamily="18" charset="0"/>
              </a:rPr>
              <a:t>2. Adding his ability of donating the blood </a:t>
            </a:r>
            <a:br>
              <a:rPr b="0" dirty="0" sz="1800" i="0" lang="en-US">
                <a:solidFill>
                  <a:srgbClr val="333333"/>
                </a:solidFill>
                <a:effectLst/>
                <a:latin typeface="Times New Roman" panose="02020603050405020304" pitchFamily="18" charset="0"/>
                <a:cs typeface="Times New Roman" panose="02020603050405020304" pitchFamily="18" charset="0"/>
              </a:rPr>
            </a:br>
            <a:r>
              <a:rPr b="0" dirty="0" sz="1800" i="0" lang="en-US">
                <a:solidFill>
                  <a:srgbClr val="333333"/>
                </a:solidFill>
                <a:effectLst/>
                <a:latin typeface="Times New Roman" panose="02020603050405020304" pitchFamily="18" charset="0"/>
                <a:cs typeface="Times New Roman" panose="02020603050405020304" pitchFamily="18" charset="0"/>
              </a:rPr>
              <a:t>3. Can see the request for blood </a:t>
            </a:r>
            <a:br>
              <a:rPr b="0" dirty="0" sz="1800" i="0" lang="en-US">
                <a:solidFill>
                  <a:srgbClr val="333333"/>
                </a:solidFill>
                <a:effectLst/>
                <a:latin typeface="Times New Roman" panose="02020603050405020304" pitchFamily="18" charset="0"/>
                <a:cs typeface="Times New Roman" panose="02020603050405020304" pitchFamily="18" charset="0"/>
              </a:rPr>
            </a:br>
            <a:r>
              <a:rPr b="1" dirty="0" sz="1800" i="0" lang="en-US">
                <a:solidFill>
                  <a:srgbClr val="333333"/>
                </a:solidFill>
                <a:effectLst/>
                <a:latin typeface="Times New Roman" panose="02020603050405020304" pitchFamily="18" charset="0"/>
                <a:cs typeface="Times New Roman" panose="02020603050405020304" pitchFamily="18" charset="0"/>
              </a:rPr>
              <a:t>User facility</a:t>
            </a:r>
            <a:r>
              <a:rPr b="0" dirty="0" sz="1800" i="0" lang="en-US">
                <a:solidFill>
                  <a:srgbClr val="333333"/>
                </a:solidFill>
                <a:effectLst/>
                <a:latin typeface="Times New Roman" panose="02020603050405020304" pitchFamily="18" charset="0"/>
                <a:cs typeface="Times New Roman" panose="02020603050405020304" pitchFamily="18" charset="0"/>
              </a:rPr>
              <a:t>: </a:t>
            </a:r>
            <a:br>
              <a:rPr b="0" dirty="0" sz="1800" i="0" lang="en-US">
                <a:solidFill>
                  <a:srgbClr val="333333"/>
                </a:solidFill>
                <a:effectLst/>
                <a:latin typeface="Times New Roman" panose="02020603050405020304" pitchFamily="18" charset="0"/>
                <a:cs typeface="Times New Roman" panose="02020603050405020304" pitchFamily="18" charset="0"/>
              </a:rPr>
            </a:br>
            <a:r>
              <a:rPr b="0" dirty="0" sz="1800" i="0" lang="en-US">
                <a:solidFill>
                  <a:srgbClr val="333333"/>
                </a:solidFill>
                <a:effectLst/>
                <a:latin typeface="Times New Roman" panose="02020603050405020304" pitchFamily="18" charset="0"/>
                <a:cs typeface="Times New Roman" panose="02020603050405020304" pitchFamily="18" charset="0"/>
              </a:rPr>
              <a:t>1. Can see all the donors and blood bank </a:t>
            </a:r>
            <a:br>
              <a:rPr b="0" dirty="0" sz="1800" i="0" lang="en-US">
                <a:solidFill>
                  <a:srgbClr val="333333"/>
                </a:solidFill>
                <a:effectLst/>
                <a:latin typeface="Times New Roman" panose="02020603050405020304" pitchFamily="18" charset="0"/>
                <a:cs typeface="Times New Roman" panose="02020603050405020304" pitchFamily="18" charset="0"/>
              </a:rPr>
            </a:br>
            <a:r>
              <a:rPr b="0" dirty="0" sz="1800" i="0" lang="en-US">
                <a:solidFill>
                  <a:srgbClr val="333333"/>
                </a:solidFill>
                <a:effectLst/>
                <a:latin typeface="Times New Roman" panose="02020603050405020304" pitchFamily="18" charset="0"/>
                <a:cs typeface="Times New Roman" panose="02020603050405020304" pitchFamily="18" charset="0"/>
              </a:rPr>
              <a:t>2. Can filter donor and blood bank according to the blood group and city </a:t>
            </a:r>
            <a:br>
              <a:rPr b="0" dirty="0" sz="1800" i="0" lang="en-US">
                <a:solidFill>
                  <a:srgbClr val="333333"/>
                </a:solidFill>
                <a:effectLst/>
                <a:latin typeface="Times New Roman" panose="02020603050405020304" pitchFamily="18" charset="0"/>
                <a:cs typeface="Times New Roman" panose="02020603050405020304" pitchFamily="18" charset="0"/>
              </a:rPr>
            </a:br>
            <a:r>
              <a:rPr b="0" dirty="0" sz="1800" i="0" lang="en-US">
                <a:solidFill>
                  <a:srgbClr val="333333"/>
                </a:solidFill>
                <a:effectLst/>
                <a:latin typeface="Times New Roman" panose="02020603050405020304" pitchFamily="18" charset="0"/>
                <a:cs typeface="Times New Roman" panose="02020603050405020304" pitchFamily="18" charset="0"/>
              </a:rPr>
              <a:t>3. Sending the request for the blood to donor and blood bank </a:t>
            </a:r>
            <a:br>
              <a:rPr b="0" dirty="0" sz="1800" i="0" lang="en-US">
                <a:solidFill>
                  <a:srgbClr val="333333"/>
                </a:solidFill>
                <a:effectLst/>
                <a:latin typeface="Times New Roman" panose="02020603050405020304" pitchFamily="18" charset="0"/>
                <a:cs typeface="Times New Roman" panose="02020603050405020304" pitchFamily="18" charset="0"/>
              </a:rPr>
            </a:br>
            <a:r>
              <a:rPr b="1" dirty="0" sz="1800" i="0" lang="en-US">
                <a:solidFill>
                  <a:srgbClr val="333333"/>
                </a:solidFill>
                <a:effectLst/>
                <a:latin typeface="Times New Roman" panose="02020603050405020304" pitchFamily="18" charset="0"/>
                <a:cs typeface="Times New Roman" panose="02020603050405020304" pitchFamily="18" charset="0"/>
              </a:rPr>
              <a:t>Admin facilities: </a:t>
            </a:r>
            <a:br>
              <a:rPr b="0" dirty="0" sz="1800" i="0" lang="en-US">
                <a:solidFill>
                  <a:srgbClr val="333333"/>
                </a:solidFill>
                <a:effectLst/>
                <a:latin typeface="Times New Roman" panose="02020603050405020304" pitchFamily="18" charset="0"/>
                <a:cs typeface="Times New Roman" panose="02020603050405020304" pitchFamily="18" charset="0"/>
              </a:rPr>
            </a:br>
            <a:r>
              <a:rPr b="0" dirty="0" sz="1800" i="0" lang="en-US">
                <a:solidFill>
                  <a:srgbClr val="333333"/>
                </a:solidFill>
                <a:effectLst/>
                <a:latin typeface="Times New Roman" panose="02020603050405020304" pitchFamily="18" charset="0"/>
                <a:cs typeface="Times New Roman" panose="02020603050405020304" pitchFamily="18" charset="0"/>
              </a:rPr>
              <a:t>1. Can see donors </a:t>
            </a:r>
            <a:br>
              <a:rPr b="0" dirty="0" sz="1800" i="0" lang="en-US">
                <a:solidFill>
                  <a:srgbClr val="333333"/>
                </a:solidFill>
                <a:effectLst/>
                <a:latin typeface="Times New Roman" panose="02020603050405020304" pitchFamily="18" charset="0"/>
                <a:cs typeface="Times New Roman" panose="02020603050405020304" pitchFamily="18" charset="0"/>
              </a:rPr>
            </a:br>
            <a:r>
              <a:rPr b="0" dirty="0" sz="1800" i="0" lang="en-US">
                <a:solidFill>
                  <a:srgbClr val="333333"/>
                </a:solidFill>
                <a:effectLst/>
                <a:latin typeface="Times New Roman" panose="02020603050405020304" pitchFamily="18" charset="0"/>
                <a:cs typeface="Times New Roman" panose="02020603050405020304" pitchFamily="18" charset="0"/>
              </a:rPr>
              <a:t>2. Update, delete and verify donor </a:t>
            </a:r>
            <a:br>
              <a:rPr b="0" dirty="0" sz="1800" i="0" lang="en-US">
                <a:solidFill>
                  <a:srgbClr val="333333"/>
                </a:solidFill>
                <a:effectLst/>
                <a:latin typeface="Times New Roman" panose="02020603050405020304" pitchFamily="18" charset="0"/>
                <a:cs typeface="Times New Roman" panose="02020603050405020304" pitchFamily="18" charset="0"/>
              </a:rPr>
            </a:br>
            <a:r>
              <a:rPr b="0" dirty="0" sz="1800" i="0" lang="en-US">
                <a:solidFill>
                  <a:srgbClr val="333333"/>
                </a:solidFill>
                <a:effectLst/>
                <a:latin typeface="Times New Roman" panose="02020603050405020304" pitchFamily="18" charset="0"/>
                <a:cs typeface="Times New Roman" panose="02020603050405020304" pitchFamily="18" charset="0"/>
              </a:rPr>
              <a:t>Manager facilities: </a:t>
            </a:r>
            <a:br>
              <a:rPr b="0" dirty="0" sz="1800" i="0" lang="en-US">
                <a:solidFill>
                  <a:srgbClr val="333333"/>
                </a:solidFill>
                <a:effectLst/>
                <a:latin typeface="Times New Roman" panose="02020603050405020304" pitchFamily="18" charset="0"/>
                <a:cs typeface="Times New Roman" panose="02020603050405020304" pitchFamily="18" charset="0"/>
              </a:rPr>
            </a:br>
            <a:r>
              <a:rPr b="0" dirty="0" sz="1800" i="0" lang="en-US">
                <a:solidFill>
                  <a:srgbClr val="333333"/>
                </a:solidFill>
                <a:effectLst/>
                <a:latin typeface="Times New Roman" panose="02020603050405020304" pitchFamily="18" charset="0"/>
                <a:cs typeface="Times New Roman" panose="02020603050405020304" pitchFamily="18" charset="0"/>
              </a:rPr>
              <a:t>1. Manage Blood Bank </a:t>
            </a:r>
            <a:br>
              <a:rPr b="0" dirty="0" sz="1800" i="0" lang="en-US">
                <a:solidFill>
                  <a:srgbClr val="333333"/>
                </a:solidFill>
                <a:effectLst/>
                <a:latin typeface="Times New Roman" panose="02020603050405020304" pitchFamily="18" charset="0"/>
                <a:cs typeface="Times New Roman" panose="02020603050405020304" pitchFamily="18" charset="0"/>
              </a:rPr>
            </a:br>
            <a:endParaRPr altLang="en-US" dirty="0" sz="1800" lang="en-GB">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3" name=""/>
        <p:cNvGrpSpPr/>
        <p:nvPr/>
      </p:nvGrpSpPr>
      <p:grpSpPr>
        <a:xfrm>
          <a:off x="0" y="0"/>
          <a:ext cx="0" cy="0"/>
          <a:chOff x="0" y="0"/>
          <a:chExt cx="0" cy="0"/>
        </a:xfrm>
      </p:grpSpPr>
      <p:sp>
        <p:nvSpPr>
          <p:cNvPr id="1048599" name="Title 1"/>
          <p:cNvSpPr>
            <a:spLocks noGrp="1"/>
          </p:cNvSpPr>
          <p:nvPr>
            <p:ph type="title"/>
          </p:nvPr>
        </p:nvSpPr>
        <p:spPr>
          <a:xfrm>
            <a:off x="838200" y="338231"/>
            <a:ext cx="10515600" cy="1325563"/>
          </a:xfrm>
        </p:spPr>
        <p:txBody>
          <a:bodyPr>
            <a:normAutofit/>
          </a:bodyPr>
          <a:p>
            <a:r>
              <a:rPr altLang="en-US" b="1" dirty="0" sz="1800" lang="en-GB" u="sng">
                <a:latin typeface="Times New Roman" panose="02020603050405020304" pitchFamily="18" charset="0"/>
                <a:cs typeface="Times New Roman" panose="02020603050405020304" pitchFamily="18" charset="0"/>
              </a:rPr>
              <a:t>Output:</a:t>
            </a:r>
            <a:br>
              <a:rPr altLang="en-US" dirty="0" sz="1800" lang="en-GB">
                <a:latin typeface="Calibri" panose="020F0502020204030204" charset="0"/>
                <a:cs typeface="Calibri" panose="020F0502020204030204" charset="0"/>
              </a:rPr>
            </a:br>
            <a:br>
              <a:rPr altLang="en-US" dirty="0" sz="1800" lang="en-GB">
                <a:latin typeface="Calibri" panose="020F0502020204030204" charset="0"/>
                <a:cs typeface="Calibri" panose="020F0502020204030204" charset="0"/>
              </a:rPr>
            </a:br>
            <a:r>
              <a:rPr altLang="en-US" dirty="0" sz="1600" lang="en-GB">
                <a:latin typeface="Times New Roman" panose="02020603050405020304" pitchFamily="18" charset="0"/>
                <a:cs typeface="Times New Roman" panose="02020603050405020304" pitchFamily="18" charset="0"/>
              </a:rPr>
              <a:t>The blood bank management system is created with a functionality of requesting for an certain blood group for and getting the connection when they get a donor. </a:t>
            </a:r>
          </a:p>
        </p:txBody>
      </p:sp>
      <p:sp>
        <p:nvSpPr>
          <p:cNvPr id="1048600" name="Text Box 5"/>
          <p:cNvSpPr txBox="1"/>
          <p:nvPr/>
        </p:nvSpPr>
        <p:spPr>
          <a:xfrm>
            <a:off x="838200" y="2715895"/>
            <a:ext cx="8148657" cy="1856741"/>
          </a:xfrm>
          <a:prstGeom prst="rect"/>
          <a:noFill/>
        </p:spPr>
        <p:txBody>
          <a:bodyPr rtlCol="0" wrap="none">
            <a:spAutoFit/>
          </a:bodyPr>
          <a:p>
            <a:r>
              <a:rPr altLang="en-US" b="1" dirty="0" lang="en-GB" u="sng">
                <a:latin typeface="Times New Roman" panose="02020603050405020304" pitchFamily="18" charset="0"/>
                <a:cs typeface="Times New Roman" panose="02020603050405020304" pitchFamily="18" charset="0"/>
              </a:rPr>
              <a:t>Conclusion:</a:t>
            </a:r>
          </a:p>
          <a:p>
            <a:endParaRPr altLang="en-US" dirty="0" lang="en-GB"/>
          </a:p>
          <a:p>
            <a:pPr algn="l"/>
            <a:r>
              <a:rPr b="0" dirty="0" sz="1600" i="0" lang="en-US">
                <a:solidFill>
                  <a:srgbClr val="333333"/>
                </a:solidFill>
                <a:effectLst/>
                <a:latin typeface="Times New Roman" panose="02020603050405020304" pitchFamily="18" charset="0"/>
                <a:cs typeface="Times New Roman" panose="02020603050405020304" pitchFamily="18" charset="0"/>
              </a:rPr>
              <a:t>The blood management system has been experimentally proven to work satisfactorily by </a:t>
            </a:r>
          </a:p>
          <a:p>
            <a:pPr algn="l"/>
            <a:r>
              <a:rPr b="0" dirty="0" sz="1600" i="0" lang="en-US">
                <a:solidFill>
                  <a:srgbClr val="333333"/>
                </a:solidFill>
                <a:effectLst/>
                <a:latin typeface="Times New Roman" panose="02020603050405020304" pitchFamily="18" charset="0"/>
                <a:cs typeface="Times New Roman" panose="02020603050405020304" pitchFamily="18" charset="0"/>
              </a:rPr>
              <a:t>developing web applications and the system can be by donor and user </a:t>
            </a:r>
            <a:r>
              <a:rPr b="0" dirty="0" sz="1600" i="0" lang="en-US" err="1">
                <a:solidFill>
                  <a:srgbClr val="333333"/>
                </a:solidFill>
                <a:effectLst/>
                <a:latin typeface="Times New Roman" panose="02020603050405020304" pitchFamily="18" charset="0"/>
                <a:cs typeface="Times New Roman" panose="02020603050405020304" pitchFamily="18" charset="0"/>
              </a:rPr>
              <a:t>etc</a:t>
            </a:r>
            <a:r>
              <a:rPr b="0" dirty="0" sz="1600" i="0" lang="en-US">
                <a:solidFill>
                  <a:srgbClr val="333333"/>
                </a:solidFill>
                <a:effectLst/>
                <a:latin typeface="Times New Roman" panose="02020603050405020304" pitchFamily="18" charset="0"/>
                <a:cs typeface="Times New Roman" panose="02020603050405020304" pitchFamily="18" charset="0"/>
              </a:rPr>
              <a:t> </a:t>
            </a:r>
          </a:p>
          <a:p>
            <a:pPr algn="l"/>
            <a:r>
              <a:rPr b="0" dirty="0" sz="1600" i="0" lang="en-US">
                <a:solidFill>
                  <a:srgbClr val="333333"/>
                </a:solidFill>
                <a:effectLst/>
                <a:latin typeface="Times New Roman" panose="02020603050405020304" pitchFamily="18" charset="0"/>
                <a:cs typeface="Times New Roman" panose="02020603050405020304" pitchFamily="18" charset="0"/>
              </a:rPr>
              <a:t>We learned many skills such as database modelling, other web tools that we use for this </a:t>
            </a:r>
          </a:p>
          <a:p>
            <a:pPr algn="l"/>
            <a:r>
              <a:rPr b="0" dirty="0" sz="1600" i="0" lang="en-US">
                <a:solidFill>
                  <a:srgbClr val="333333"/>
                </a:solidFill>
                <a:effectLst/>
                <a:latin typeface="Times New Roman" panose="02020603050405020304" pitchFamily="18" charset="0"/>
                <a:cs typeface="Times New Roman" panose="02020603050405020304" pitchFamily="18" charset="0"/>
              </a:rPr>
              <a:t>project and being able to work together as a team during this project </a:t>
            </a:r>
          </a:p>
          <a:p>
            <a:endParaRPr altLang="en-US" dirty="0" lang="en-GB"/>
          </a:p>
        </p:txBody>
      </p:sp>
      <p:sp>
        <p:nvSpPr>
          <p:cNvPr id="1048601" name="Text Box 4"/>
          <p:cNvSpPr txBox="1"/>
          <p:nvPr/>
        </p:nvSpPr>
        <p:spPr>
          <a:xfrm>
            <a:off x="831215" y="5041900"/>
            <a:ext cx="4683939" cy="891540"/>
          </a:xfrm>
          <a:prstGeom prst="rect"/>
          <a:noFill/>
        </p:spPr>
        <p:txBody>
          <a:bodyPr rtlCol="0" wrap="none">
            <a:spAutoFit/>
          </a:bodyPr>
          <a:p>
            <a:r>
              <a:rPr altLang="en-US" b="1" dirty="0" lang="en-GB" u="sng">
                <a:latin typeface="Times New Roman" panose="02020603050405020304" pitchFamily="18" charset="0"/>
                <a:cs typeface="Times New Roman" panose="02020603050405020304" pitchFamily="18" charset="0"/>
              </a:rPr>
              <a:t>Future upgradation:</a:t>
            </a:r>
          </a:p>
          <a:p>
            <a:endParaRPr altLang="en-US" dirty="0" lang="en-GB"/>
          </a:p>
          <a:p>
            <a:r>
              <a:rPr altLang="en-US" dirty="0" sz="1600" lang="en-GB">
                <a:latin typeface="Times New Roman" panose="02020603050405020304" pitchFamily="18" charset="0"/>
                <a:cs typeface="Times New Roman" panose="02020603050405020304" pitchFamily="18" charset="0"/>
              </a:rPr>
              <a:t>Upgrading a panel for the donors to stay updated</a:t>
            </a:r>
            <a:r>
              <a:rPr altLang="en-US" dirty="0" lang="en-GB"/>
              <a:t>. </a:t>
            </a: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WPS Presentation</dc:title>
  <dc:creator>harshini honey</dc:creator>
  <cp:lastModifiedBy>harshini honey</cp:lastModifiedBy>
  <dcterms:created xsi:type="dcterms:W3CDTF">2023-06-07T11:00:00Z</dcterms:created>
  <dcterms:modified xsi:type="dcterms:W3CDTF">2023-06-10T13:47:47Z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437bd6330cb14bd1ab49a9d8f291f5e4</vt:lpwstr>
  </property>
  <property fmtid="{D5CDD505-2E9C-101B-9397-08002B2CF9AE}" pid="3" name="KSOProductBuildVer">
    <vt:lpwstr>1033-11.2.0.11537</vt:lpwstr>
  </property>
</Properties>
</file>