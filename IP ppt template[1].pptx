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6" r:id="rId3"/>
    <p:sldId id="257" r:id="rId4"/>
    <p:sldId id="258" r:id="rId5"/>
    <p:sldId id="259" r:id="rId6"/>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1" autoAdjust="0"/>
    <p:restoredTop sz="94660"/>
  </p:normalViewPr>
  <p:slideViewPr>
    <p:cSldViewPr snapToGrid="0">
      <p:cViewPr varScale="1">
        <p:scale>
          <a:sx n="53" d="100"/>
          <a:sy n="53" d="100"/>
        </p:scale>
        <p:origin x="180" y="5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tableStyles" Target="tableStyle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3" name=""/>
        <p:cNvGrpSpPr/>
        <p:nvPr/>
      </p:nvGrpSpPr>
      <p:grpSpPr>
        <a:xfrm>
          <a:off x="0" y="0"/>
          <a:ext cx="0" cy="0"/>
          <a:chOff x="0" y="0"/>
          <a:chExt cx="0" cy="0"/>
        </a:xfrm>
      </p:grpSpPr>
      <p:sp>
        <p:nvSpPr>
          <p:cNvPr id="104865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7"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63A1C593-65D0-4073-BCC9-577B9352EA97}"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9" name=""/>
        <p:cNvGrpSpPr/>
        <p:nvPr/>
      </p:nvGrpSpPr>
      <p:grpSpPr>
        <a:xfrm>
          <a:off x="0" y="0"/>
          <a:ext cx="0" cy="0"/>
          <a:chOff x="0" y="0"/>
          <a:chExt cx="0" cy="0"/>
        </a:xfrm>
      </p:grpSpPr>
      <p:sp>
        <p:nvSpPr>
          <p:cNvPr id="1048590" name="Title 1"/>
          <p:cNvSpPr>
            <a:spLocks noGrp="1"/>
          </p:cNvSpPr>
          <p:nvPr>
            <p:ph type="title"/>
          </p:nvPr>
        </p:nvSpPr>
        <p:spPr/>
        <p:txBody>
          <a:bodyPr/>
          <a:p>
            <a:r>
              <a:rPr lang="en-US" smtClean="0"/>
              <a:t>Click to edit Master title style</a:t>
            </a:r>
            <a:endParaRPr lang="en-US"/>
          </a:p>
        </p:txBody>
      </p:sp>
      <p:sp>
        <p:nvSpPr>
          <p:cNvPr id="1048591" name="Content Placeholder 2"/>
          <p:cNvSpPr>
            <a:spLocks noGrp="1"/>
          </p:cNvSpPr>
          <p:nvPr>
            <p:ph idx="1"/>
          </p:nvPr>
        </p:nvSpPr>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592" name="Date Placeholder 3"/>
          <p:cNvSpPr>
            <a:spLocks noGrp="1"/>
          </p:cNvSpPr>
          <p:nvPr>
            <p:ph type="dt" sz="half" idx="10"/>
          </p:nvPr>
        </p:nvSpPr>
        <p:spPr/>
        <p:txBody>
          <a:bodyPr/>
          <a:p>
            <a:fld id="{63A1C593-65D0-4073-BCC9-577B9352EA97}" type="datetimeFigureOut">
              <a:rPr lang="en-US" smtClean="0"/>
            </a:fld>
            <a:endParaRPr lang="en-US"/>
          </a:p>
        </p:txBody>
      </p:sp>
      <p:sp>
        <p:nvSpPr>
          <p:cNvPr id="1048593" name="Footer Placeholder 4"/>
          <p:cNvSpPr>
            <a:spLocks noGrp="1"/>
          </p:cNvSpPr>
          <p:nvPr>
            <p:ph type="ftr" sz="quarter" idx="11"/>
          </p:nvPr>
        </p:nvSpPr>
        <p:spPr/>
        <p:txBody>
          <a:bodyPr/>
          <a:p>
            <a:endParaRPr lang="en-US"/>
          </a:p>
        </p:txBody>
      </p:sp>
      <p:sp>
        <p:nvSpPr>
          <p:cNvPr id="1048594"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7" name=""/>
        <p:cNvGrpSpPr/>
        <p:nvPr/>
      </p:nvGrpSpPr>
      <p:grpSpPr>
        <a:xfrm>
          <a:off x="0" y="0"/>
          <a:ext cx="0" cy="0"/>
          <a:chOff x="0" y="0"/>
          <a:chExt cx="0" cy="0"/>
        </a:xfrm>
      </p:grpSpPr>
      <p:sp>
        <p:nvSpPr>
          <p:cNvPr id="104862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1048623"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smtClean="0"/>
              <a:t>Click to edit Master text styles</a:t>
            </a:r>
            <a:endParaRPr lang="en-US" smtClean="0"/>
          </a:p>
        </p:txBody>
      </p:sp>
      <p:sp>
        <p:nvSpPr>
          <p:cNvPr id="1048624"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25" name="Footer Placeholder 4"/>
          <p:cNvSpPr>
            <a:spLocks noGrp="1"/>
          </p:cNvSpPr>
          <p:nvPr>
            <p:ph type="ftr" sz="quarter" idx="11"/>
          </p:nvPr>
        </p:nvSpPr>
        <p:spPr/>
        <p:txBody>
          <a:bodyPr/>
          <a:p>
            <a:endParaRPr lang="en-US"/>
          </a:p>
        </p:txBody>
      </p:sp>
      <p:sp>
        <p:nvSpPr>
          <p:cNvPr id="104862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8" name=""/>
        <p:cNvGrpSpPr/>
        <p:nvPr/>
      </p:nvGrpSpPr>
      <p:grpSpPr>
        <a:xfrm>
          <a:off x="0" y="0"/>
          <a:ext cx="0" cy="0"/>
          <a:chOff x="0" y="0"/>
          <a:chExt cx="0" cy="0"/>
        </a:xfrm>
      </p:grpSpPr>
      <p:sp>
        <p:nvSpPr>
          <p:cNvPr id="1048627" name="Title 1"/>
          <p:cNvSpPr>
            <a:spLocks noGrp="1"/>
          </p:cNvSpPr>
          <p:nvPr>
            <p:ph type="title"/>
          </p:nvPr>
        </p:nvSpPr>
        <p:spPr/>
        <p:txBody>
          <a:bodyPr/>
          <a:p>
            <a:r>
              <a:rPr lang="en-US" smtClean="0"/>
              <a:t>Click to edit Master title style</a:t>
            </a:r>
            <a:endParaRPr lang="en-US"/>
          </a:p>
        </p:txBody>
      </p:sp>
      <p:sp>
        <p:nvSpPr>
          <p:cNvPr id="1048628" name="Content Placeholder 2"/>
          <p:cNvSpPr>
            <a:spLocks noGrp="1"/>
          </p:cNvSpPr>
          <p:nvPr>
            <p:ph sz="half" idx="1"/>
          </p:nvPr>
        </p:nvSpPr>
        <p:spPr>
          <a:xfrm>
            <a:off x="838200" y="1825625"/>
            <a:ext cx="5181600" cy="435133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29" name="Content Placeholder 3"/>
          <p:cNvSpPr>
            <a:spLocks noGrp="1"/>
          </p:cNvSpPr>
          <p:nvPr>
            <p:ph sz="half" idx="2"/>
          </p:nvPr>
        </p:nvSpPr>
        <p:spPr>
          <a:xfrm>
            <a:off x="6172200" y="1825625"/>
            <a:ext cx="5181600" cy="435133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30"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31" name="Footer Placeholder 5"/>
          <p:cNvSpPr>
            <a:spLocks noGrp="1"/>
          </p:cNvSpPr>
          <p:nvPr>
            <p:ph type="ftr" sz="quarter" idx="11"/>
          </p:nvPr>
        </p:nvSpPr>
        <p:spPr/>
        <p:txBody>
          <a:bodyPr/>
          <a:p>
            <a:endParaRPr lang="en-US"/>
          </a:p>
        </p:txBody>
      </p:sp>
      <p:sp>
        <p:nvSpPr>
          <p:cNvPr id="1048632"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9" name=""/>
        <p:cNvGrpSpPr/>
        <p:nvPr/>
      </p:nvGrpSpPr>
      <p:grpSpPr>
        <a:xfrm>
          <a:off x="0" y="0"/>
          <a:ext cx="0" cy="0"/>
          <a:chOff x="0" y="0"/>
          <a:chExt cx="0" cy="0"/>
        </a:xfrm>
      </p:grpSpPr>
      <p:sp>
        <p:nvSpPr>
          <p:cNvPr id="1048633" name="Title 1"/>
          <p:cNvSpPr>
            <a:spLocks noGrp="1"/>
          </p:cNvSpPr>
          <p:nvPr>
            <p:ph type="title"/>
          </p:nvPr>
        </p:nvSpPr>
        <p:spPr>
          <a:xfrm>
            <a:off x="839788" y="365125"/>
            <a:ext cx="10515600" cy="1325563"/>
          </a:xfrm>
        </p:spPr>
        <p:txBody>
          <a:bodyPr/>
          <a:p>
            <a:r>
              <a:rPr lang="en-US" smtClean="0"/>
              <a:t>Click to edit Master title style</a:t>
            </a:r>
            <a:endParaRPr lang="en-US"/>
          </a:p>
        </p:txBody>
      </p:sp>
      <p:sp>
        <p:nvSpPr>
          <p:cNvPr id="1048634"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635" name="Content Placeholder 3"/>
          <p:cNvSpPr>
            <a:spLocks noGrp="1"/>
          </p:cNvSpPr>
          <p:nvPr>
            <p:ph sz="half" idx="2"/>
          </p:nvPr>
        </p:nvSpPr>
        <p:spPr>
          <a:xfrm>
            <a:off x="839788" y="2505075"/>
            <a:ext cx="5157787"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36"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endParaRPr lang="en-US" smtClean="0"/>
          </a:p>
        </p:txBody>
      </p:sp>
      <p:sp>
        <p:nvSpPr>
          <p:cNvPr id="1048637" name="Content Placeholder 5"/>
          <p:cNvSpPr>
            <a:spLocks noGrp="1"/>
          </p:cNvSpPr>
          <p:nvPr>
            <p:ph sz="quarter" idx="4"/>
          </p:nvPr>
        </p:nvSpPr>
        <p:spPr>
          <a:xfrm>
            <a:off x="6172200" y="2505075"/>
            <a:ext cx="5183188"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38" name="Date Placeholder 6"/>
          <p:cNvSpPr>
            <a:spLocks noGrp="1"/>
          </p:cNvSpPr>
          <p:nvPr>
            <p:ph type="dt" sz="half" idx="10"/>
          </p:nvPr>
        </p:nvSpPr>
        <p:spPr/>
        <p:txBody>
          <a:bodyPr/>
          <a:p>
            <a:fld id="{63A1C593-65D0-4073-BCC9-577B9352EA97}" type="datetimeFigureOut">
              <a:rPr lang="en-US" smtClean="0"/>
            </a:fld>
            <a:endParaRPr lang="en-US"/>
          </a:p>
        </p:txBody>
      </p:sp>
      <p:sp>
        <p:nvSpPr>
          <p:cNvPr id="1048639" name="Footer Placeholder 7"/>
          <p:cNvSpPr>
            <a:spLocks noGrp="1"/>
          </p:cNvSpPr>
          <p:nvPr>
            <p:ph type="ftr" sz="quarter" idx="11"/>
          </p:nvPr>
        </p:nvSpPr>
        <p:spPr/>
        <p:txBody>
          <a:bodyPr/>
          <a:p>
            <a:endParaRPr lang="en-US"/>
          </a:p>
        </p:txBody>
      </p:sp>
      <p:sp>
        <p:nvSpPr>
          <p:cNvPr id="1048640"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3" name=""/>
        <p:cNvGrpSpPr/>
        <p:nvPr/>
      </p:nvGrpSpPr>
      <p:grpSpPr>
        <a:xfrm>
          <a:off x="0" y="0"/>
          <a:ext cx="0" cy="0"/>
          <a:chOff x="0" y="0"/>
          <a:chExt cx="0" cy="0"/>
        </a:xfrm>
      </p:grpSpPr>
      <p:sp>
        <p:nvSpPr>
          <p:cNvPr id="1048602" name="Title 1"/>
          <p:cNvSpPr>
            <a:spLocks noGrp="1"/>
          </p:cNvSpPr>
          <p:nvPr>
            <p:ph type="title"/>
          </p:nvPr>
        </p:nvSpPr>
        <p:spPr/>
        <p:txBody>
          <a:bodyPr/>
          <a:p>
            <a:r>
              <a:rPr lang="en-US" smtClean="0"/>
              <a:t>Click to edit Master title style</a:t>
            </a:r>
            <a:endParaRPr lang="en-US"/>
          </a:p>
        </p:txBody>
      </p:sp>
      <p:sp>
        <p:nvSpPr>
          <p:cNvPr id="1048603" name="Date Placeholder 2"/>
          <p:cNvSpPr>
            <a:spLocks noGrp="1"/>
          </p:cNvSpPr>
          <p:nvPr>
            <p:ph type="dt" sz="half" idx="10"/>
          </p:nvPr>
        </p:nvSpPr>
        <p:spPr/>
        <p:txBody>
          <a:bodyPr/>
          <a:p>
            <a:fld id="{63A1C593-65D0-4073-BCC9-577B9352EA97}" type="datetimeFigureOut">
              <a:rPr lang="en-US" smtClean="0"/>
            </a:fld>
            <a:endParaRPr lang="en-US"/>
          </a:p>
        </p:txBody>
      </p:sp>
      <p:sp>
        <p:nvSpPr>
          <p:cNvPr id="1048604" name="Footer Placeholder 3"/>
          <p:cNvSpPr>
            <a:spLocks noGrp="1"/>
          </p:cNvSpPr>
          <p:nvPr>
            <p:ph type="ftr" sz="quarter" idx="11"/>
          </p:nvPr>
        </p:nvSpPr>
        <p:spPr/>
        <p:txBody>
          <a:bodyPr/>
          <a:p>
            <a:endParaRPr lang="en-US"/>
          </a:p>
        </p:txBody>
      </p:sp>
      <p:sp>
        <p:nvSpPr>
          <p:cNvPr id="104860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0" name=""/>
        <p:cNvGrpSpPr/>
        <p:nvPr/>
      </p:nvGrpSpPr>
      <p:grpSpPr>
        <a:xfrm>
          <a:off x="0" y="0"/>
          <a:ext cx="0" cy="0"/>
          <a:chOff x="0" y="0"/>
          <a:chExt cx="0" cy="0"/>
        </a:xfrm>
      </p:grpSpPr>
      <p:sp>
        <p:nvSpPr>
          <p:cNvPr id="1048641" name="Date Placeholder 1"/>
          <p:cNvSpPr>
            <a:spLocks noGrp="1"/>
          </p:cNvSpPr>
          <p:nvPr>
            <p:ph type="dt" sz="half" idx="10"/>
          </p:nvPr>
        </p:nvSpPr>
        <p:spPr/>
        <p:txBody>
          <a:bodyPr/>
          <a:p>
            <a:fld id="{63A1C593-65D0-4073-BCC9-577B9352EA97}" type="datetimeFigureOut">
              <a:rPr lang="en-US" smtClean="0"/>
            </a:fld>
            <a:endParaRPr lang="en-US"/>
          </a:p>
        </p:txBody>
      </p:sp>
      <p:sp>
        <p:nvSpPr>
          <p:cNvPr id="1048642" name="Footer Placeholder 2"/>
          <p:cNvSpPr>
            <a:spLocks noGrp="1"/>
          </p:cNvSpPr>
          <p:nvPr>
            <p:ph type="ftr" sz="quarter" idx="11"/>
          </p:nvPr>
        </p:nvSpPr>
        <p:spPr/>
        <p:txBody>
          <a:bodyPr/>
          <a:p>
            <a:endParaRPr lang="en-US"/>
          </a:p>
        </p:txBody>
      </p:sp>
      <p:sp>
        <p:nvSpPr>
          <p:cNvPr id="1048643"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1" name=""/>
        <p:cNvGrpSpPr/>
        <p:nvPr/>
      </p:nvGrpSpPr>
      <p:grpSpPr>
        <a:xfrm>
          <a:off x="0" y="0"/>
          <a:ext cx="0" cy="0"/>
          <a:chOff x="0" y="0"/>
          <a:chExt cx="0" cy="0"/>
        </a:xfrm>
      </p:grpSpPr>
      <p:sp>
        <p:nvSpPr>
          <p:cNvPr id="1048644"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4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4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endParaRPr lang="en-US" smtClean="0"/>
          </a:p>
        </p:txBody>
      </p:sp>
      <p:sp>
        <p:nvSpPr>
          <p:cNvPr id="1048647"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5" name=""/>
        <p:cNvGrpSpPr/>
        <p:nvPr/>
      </p:nvGrpSpPr>
      <p:grpSpPr>
        <a:xfrm>
          <a:off x="0" y="0"/>
          <a:ext cx="0" cy="0"/>
          <a:chOff x="0" y="0"/>
          <a:chExt cx="0" cy="0"/>
        </a:xfrm>
      </p:grpSpPr>
      <p:sp>
        <p:nvSpPr>
          <p:cNvPr id="1048611"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12"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13"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Click to edit Master text styles</a:t>
            </a:r>
            <a:endParaRPr lang="en-US" smtClean="0"/>
          </a:p>
        </p:txBody>
      </p:sp>
      <p:sp>
        <p:nvSpPr>
          <p:cNvPr id="1048614"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15" name="Footer Placeholder 5"/>
          <p:cNvSpPr>
            <a:spLocks noGrp="1"/>
          </p:cNvSpPr>
          <p:nvPr>
            <p:ph type="ftr" sz="quarter" idx="11"/>
          </p:nvPr>
        </p:nvSpPr>
        <p:spPr/>
        <p:txBody>
          <a:bodyPr/>
          <a:p>
            <a:endParaRPr lang="en-US"/>
          </a:p>
        </p:txBody>
      </p:sp>
      <p:sp>
        <p:nvSpPr>
          <p:cNvPr id="1048616"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6" name=""/>
        <p:cNvGrpSpPr/>
        <p:nvPr/>
      </p:nvGrpSpPr>
      <p:grpSpPr>
        <a:xfrm>
          <a:off x="0" y="0"/>
          <a:ext cx="0" cy="0"/>
          <a:chOff x="0" y="0"/>
          <a:chExt cx="0" cy="0"/>
        </a:xfrm>
      </p:grpSpPr>
      <p:sp>
        <p:nvSpPr>
          <p:cNvPr id="1048617" name="Title 1"/>
          <p:cNvSpPr>
            <a:spLocks noGrp="1"/>
          </p:cNvSpPr>
          <p:nvPr>
            <p:ph type="title"/>
          </p:nvPr>
        </p:nvSpPr>
        <p:spPr/>
        <p:txBody>
          <a:bodyPr/>
          <a:p>
            <a:r>
              <a:rPr lang="en-US" smtClean="0"/>
              <a:t>Click to edit Master title style</a:t>
            </a:r>
            <a:endParaRPr lang="en-US"/>
          </a:p>
        </p:txBody>
      </p:sp>
      <p:sp>
        <p:nvSpPr>
          <p:cNvPr id="1048618" name="Vertical Text Placeholder 2"/>
          <p:cNvSpPr>
            <a:spLocks noGrp="1"/>
          </p:cNvSpPr>
          <p:nvPr>
            <p:ph type="body" orient="vert" idx="1"/>
          </p:nvPr>
        </p:nvSpPr>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19"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20" name="Footer Placeholder 4"/>
          <p:cNvSpPr>
            <a:spLocks noGrp="1"/>
          </p:cNvSpPr>
          <p:nvPr>
            <p:ph type="ftr" sz="quarter" idx="11"/>
          </p:nvPr>
        </p:nvSpPr>
        <p:spPr/>
        <p:txBody>
          <a:bodyPr/>
          <a:p>
            <a:endParaRPr lang="en-US"/>
          </a:p>
        </p:txBody>
      </p:sp>
      <p:sp>
        <p:nvSpPr>
          <p:cNvPr id="1048621"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4" name=""/>
        <p:cNvGrpSpPr/>
        <p:nvPr/>
      </p:nvGrpSpPr>
      <p:grpSpPr>
        <a:xfrm>
          <a:off x="0" y="0"/>
          <a:ext cx="0" cy="0"/>
          <a:chOff x="0" y="0"/>
          <a:chExt cx="0" cy="0"/>
        </a:xfrm>
      </p:grpSpPr>
      <p:sp>
        <p:nvSpPr>
          <p:cNvPr id="1048606" name="Vertical Title 1"/>
          <p:cNvSpPr>
            <a:spLocks noGrp="1"/>
          </p:cNvSpPr>
          <p:nvPr>
            <p:ph type="title" orient="vert"/>
          </p:nvPr>
        </p:nvSpPr>
        <p:spPr>
          <a:xfrm>
            <a:off x="8724900" y="365125"/>
            <a:ext cx="2628900" cy="5811838"/>
          </a:xfrm>
        </p:spPr>
        <p:txBody>
          <a:bodyPr vert="eaVert"/>
          <a:p>
            <a:r>
              <a:rPr lang="en-US" smtClean="0"/>
              <a:t>Click to edit Master title style</a:t>
            </a:r>
            <a:endParaRPr lang="en-US"/>
          </a:p>
        </p:txBody>
      </p:sp>
      <p:sp>
        <p:nvSpPr>
          <p:cNvPr id="1048607" name="Vertical Text Placeholder 2"/>
          <p:cNvSpPr>
            <a:spLocks noGrp="1"/>
          </p:cNvSpPr>
          <p:nvPr>
            <p:ph type="body" orient="vert" idx="1"/>
          </p:nvPr>
        </p:nvSpPr>
        <p:spPr>
          <a:xfrm>
            <a:off x="838200" y="365125"/>
            <a:ext cx="7734300" cy="5811838"/>
          </a:xfrm>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08"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09" name="Footer Placeholder 4"/>
          <p:cNvSpPr>
            <a:spLocks noGrp="1"/>
          </p:cNvSpPr>
          <p:nvPr>
            <p:ph type="ftr" sz="quarter" idx="11"/>
          </p:nvPr>
        </p:nvSpPr>
        <p:spPr/>
        <p:txBody>
          <a:bodyPr/>
          <a:p>
            <a:endParaRPr lang="en-US"/>
          </a:p>
        </p:txBody>
      </p:sp>
      <p:sp>
        <p:nvSpPr>
          <p:cNvPr id="1048610"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9B618960-8005-486C-9A75-10CB2AAC16F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sp>
        <p:nvSpPr>
          <p:cNvPr id="1048587" name="Rectangles 4"/>
          <p:cNvSpPr/>
          <p:nvPr/>
        </p:nvSpPr>
        <p:spPr>
          <a:xfrm>
            <a:off x="10029825" y="2170430"/>
            <a:ext cx="1657350" cy="178689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52" name="Picture 7" descr="Simats Logo 2023"/>
          <p:cNvPicPr>
            <a:picLocks noChangeAspect="1"/>
          </p:cNvPicPr>
          <p:nvPr/>
        </p:nvPicPr>
        <p:blipFill>
          <a:blip xmlns:r="http://schemas.openxmlformats.org/officeDocument/2006/relationships" r:embed="rId1"/>
          <a:stretch>
            <a:fillRect/>
          </a:stretch>
        </p:blipFill>
        <p:spPr>
          <a:xfrm>
            <a:off x="291465" y="94615"/>
            <a:ext cx="11628755" cy="1134110"/>
          </a:xfrm>
          <a:prstGeom prst="rect"/>
        </p:spPr>
      </p:pic>
      <p:sp>
        <p:nvSpPr>
          <p:cNvPr id="1048586" name="Text Box 3"/>
          <p:cNvSpPr txBox="1"/>
          <p:nvPr/>
        </p:nvSpPr>
        <p:spPr>
          <a:xfrm>
            <a:off x="4773930" y="1477010"/>
            <a:ext cx="2845911" cy="574040"/>
          </a:xfrm>
          <a:prstGeom prst="rect"/>
          <a:noFill/>
        </p:spPr>
        <p:txBody>
          <a:bodyPr rtlCol="0" wrap="none">
            <a:spAutoFit/>
          </a:bodyPr>
          <a:p>
            <a:pPr algn="just"/>
            <a:r>
              <a:rPr altLang="en-US" sz="3200" lang="en-GB"/>
              <a:t>Student Profile</a:t>
            </a:r>
            <a:endParaRPr altLang="en-US" sz="3200" lang="en-GB"/>
          </a:p>
        </p:txBody>
      </p:sp>
      <p:sp>
        <p:nvSpPr>
          <p:cNvPr id="1048588" name="Text Box 5"/>
          <p:cNvSpPr txBox="1"/>
          <p:nvPr/>
        </p:nvSpPr>
        <p:spPr>
          <a:xfrm>
            <a:off x="10436860" y="2879725"/>
            <a:ext cx="926028" cy="358140"/>
          </a:xfrm>
          <a:prstGeom prst="rect"/>
          <a:noFill/>
        </p:spPr>
        <p:txBody>
          <a:bodyPr rtlCol="0" wrap="none">
            <a:spAutoFit/>
          </a:bodyPr>
          <a:p>
            <a:r>
              <a:rPr altLang="en-US" lang="en-GB"/>
              <a:t>PHOTO</a:t>
            </a:r>
            <a:endParaRPr altLang="en-US" lang="en-GB"/>
          </a:p>
        </p:txBody>
      </p:sp>
      <p:sp>
        <p:nvSpPr>
          <p:cNvPr id="1048589" name="Text Box 6"/>
          <p:cNvSpPr txBox="1"/>
          <p:nvPr/>
        </p:nvSpPr>
        <p:spPr>
          <a:xfrm>
            <a:off x="643255" y="2308860"/>
            <a:ext cx="7731760" cy="3863341"/>
          </a:xfrm>
          <a:prstGeom prst="rect"/>
          <a:noFill/>
        </p:spPr>
        <p:txBody>
          <a:bodyPr rtlCol="0" wrap="square">
            <a:spAutoFit/>
          </a:bodyPr>
          <a:p>
            <a:r>
              <a:rPr altLang="en-US" sz="2800" lang="en-GB"/>
              <a:t>NAME:</a:t>
            </a:r>
            <a:r>
              <a:rPr altLang="zh-CN" sz="2800" lang="en-US"/>
              <a:t>D</a:t>
            </a:r>
            <a:r>
              <a:rPr altLang="zh-CN" sz="2800" lang="en-US"/>
              <a:t>. </a:t>
            </a:r>
            <a:r>
              <a:rPr altLang="zh-CN" sz="2800" lang="en-US"/>
              <a:t>G</a:t>
            </a:r>
            <a:r>
              <a:rPr altLang="zh-CN" sz="2800" lang="en-US"/>
              <a:t>o</a:t>
            </a:r>
            <a:r>
              <a:rPr altLang="zh-CN" sz="2800" lang="en-US"/>
              <a:t>p</a:t>
            </a:r>
            <a:r>
              <a:rPr altLang="zh-CN" sz="2800" lang="en-US"/>
              <a:t>i</a:t>
            </a:r>
            <a:r>
              <a:rPr altLang="zh-CN" sz="2800" lang="en-US"/>
              <a:t> </a:t>
            </a:r>
            <a:r>
              <a:rPr altLang="zh-CN" sz="2800" lang="en-US"/>
              <a:t>K</a:t>
            </a:r>
            <a:r>
              <a:rPr altLang="zh-CN" sz="2800" lang="en-US"/>
              <a:t>r</a:t>
            </a:r>
            <a:r>
              <a:rPr altLang="zh-CN" sz="2800" lang="en-US"/>
              <a:t>i</a:t>
            </a:r>
            <a:r>
              <a:rPr altLang="zh-CN" sz="2800" lang="en-US"/>
              <a:t>s</a:t>
            </a:r>
            <a:r>
              <a:rPr altLang="zh-CN" sz="2800" lang="en-US"/>
              <a:t>h</a:t>
            </a:r>
            <a:r>
              <a:rPr altLang="zh-CN" sz="2800" lang="en-US"/>
              <a:t>n</a:t>
            </a:r>
            <a:r>
              <a:rPr altLang="zh-CN" sz="2800" lang="en-US"/>
              <a:t>a</a:t>
            </a:r>
            <a:endParaRPr altLang="en-US" sz="2800" lang="en-GB"/>
          </a:p>
          <a:p>
            <a:endParaRPr altLang="en-US" sz="2800" lang="en-GB"/>
          </a:p>
          <a:p>
            <a:r>
              <a:rPr altLang="en-US" sz="2800" lang="en-GB"/>
              <a:t>REGISTRATION NUMBER:</a:t>
            </a:r>
            <a:r>
              <a:rPr altLang="zh-CN" sz="2800" lang="en-US"/>
              <a:t>1</a:t>
            </a:r>
            <a:r>
              <a:rPr altLang="zh-CN" sz="2800" lang="en-US"/>
              <a:t>9</a:t>
            </a:r>
            <a:r>
              <a:rPr altLang="zh-CN" sz="2800" lang="en-US"/>
              <a:t>2</a:t>
            </a:r>
            <a:r>
              <a:rPr altLang="zh-CN" sz="2800" lang="en-US"/>
              <a:t>0</a:t>
            </a:r>
            <a:r>
              <a:rPr altLang="zh-CN" sz="2800" lang="en-US"/>
              <a:t>1</a:t>
            </a:r>
            <a:r>
              <a:rPr altLang="zh-CN" sz="2800" lang="en-US"/>
              <a:t>1</a:t>
            </a:r>
            <a:r>
              <a:rPr altLang="zh-CN" sz="2800" lang="en-US"/>
              <a:t>0</a:t>
            </a:r>
            <a:r>
              <a:rPr altLang="zh-CN" sz="2800" lang="en-US"/>
              <a:t>6</a:t>
            </a:r>
            <a:r>
              <a:rPr altLang="zh-CN" sz="2800" lang="en-US"/>
              <a:t>5</a:t>
            </a:r>
            <a:endParaRPr altLang="en-US" sz="2800" lang="en-GB"/>
          </a:p>
          <a:p>
            <a:endParaRPr altLang="en-US" sz="2800" lang="en-GB"/>
          </a:p>
          <a:p>
            <a:r>
              <a:rPr altLang="en-US" sz="2800" lang="en-GB"/>
              <a:t>COURSE CODE:</a:t>
            </a:r>
            <a:r>
              <a:rPr altLang="zh-CN" sz="2800" lang="en-US"/>
              <a:t>C</a:t>
            </a:r>
            <a:r>
              <a:rPr altLang="zh-CN" sz="2800" lang="en-US"/>
              <a:t>S</a:t>
            </a:r>
            <a:r>
              <a:rPr altLang="zh-CN" sz="2800" lang="en-US"/>
              <a:t>A</a:t>
            </a:r>
            <a:r>
              <a:rPr altLang="zh-CN" sz="2800" lang="en-US"/>
              <a:t>4</a:t>
            </a:r>
            <a:r>
              <a:rPr altLang="zh-CN" sz="2800" lang="en-US"/>
              <a:t>3</a:t>
            </a:r>
            <a:r>
              <a:rPr altLang="zh-CN" sz="2800" lang="en-US"/>
              <a:t>5</a:t>
            </a:r>
            <a:r>
              <a:rPr altLang="zh-CN" sz="2800" lang="en-US"/>
              <a:t>2</a:t>
            </a:r>
            <a:endParaRPr altLang="en-US" sz="2800" lang="en-GB"/>
          </a:p>
          <a:p>
            <a:endParaRPr altLang="en-US" sz="2800" lang="en-GB"/>
          </a:p>
          <a:p>
            <a:r>
              <a:rPr altLang="en-US" sz="2800" lang="en-GB"/>
              <a:t>COURSE NAME:</a:t>
            </a:r>
            <a:br>
              <a:rPr altLang="en-US" sz="2800" lang="en-GB"/>
            </a:br>
            <a:r>
              <a:rPr altLang="zh-CN" sz="2800" lang="en-US"/>
              <a:t>Internet Programming for Web Designing</a:t>
            </a:r>
            <a:br>
              <a:rPr altLang="en-US" sz="2800" lang="en-GB"/>
            </a:br>
            <a:r>
              <a:rPr altLang="en-US" sz="2800" lang="en-GB"/>
              <a:t>PROJECT TITLE:</a:t>
            </a:r>
            <a:r>
              <a:rPr altLang="zh-CN" sz="2800" lang="en-US"/>
              <a:t>O</a:t>
            </a:r>
            <a:r>
              <a:rPr altLang="zh-CN" sz="2800" lang="en-US"/>
              <a:t>n</a:t>
            </a:r>
            <a:r>
              <a:rPr altLang="zh-CN" sz="2800" lang="en-US"/>
              <a:t>l</a:t>
            </a:r>
            <a:r>
              <a:rPr altLang="zh-CN" sz="2800" lang="en-US"/>
              <a:t>i</a:t>
            </a:r>
            <a:r>
              <a:rPr altLang="zh-CN" sz="2800" lang="en-US"/>
              <a:t>n</a:t>
            </a:r>
            <a:r>
              <a:rPr altLang="zh-CN" sz="2800" lang="en-US"/>
              <a:t>e</a:t>
            </a:r>
            <a:r>
              <a:rPr altLang="zh-CN" sz="2800" lang="en-US"/>
              <a:t> </a:t>
            </a:r>
            <a:r>
              <a:rPr altLang="zh-CN" sz="2800" lang="en-US"/>
              <a:t>F</a:t>
            </a:r>
            <a:r>
              <a:rPr altLang="zh-CN" sz="2800" lang="en-US"/>
              <a:t>i</a:t>
            </a:r>
            <a:r>
              <a:rPr altLang="zh-CN" sz="2800" lang="en-US"/>
              <a:t>l</a:t>
            </a:r>
            <a:r>
              <a:rPr altLang="zh-CN" sz="2800" lang="en-US"/>
              <a:t>e</a:t>
            </a:r>
            <a:r>
              <a:rPr altLang="zh-CN" sz="2800" lang="en-US"/>
              <a:t> </a:t>
            </a:r>
            <a:r>
              <a:rPr altLang="zh-CN" sz="2800" lang="en-US"/>
              <a:t>s</a:t>
            </a:r>
            <a:r>
              <a:rPr altLang="zh-CN" sz="2800" lang="en-US"/>
              <a:t>h</a:t>
            </a:r>
            <a:r>
              <a:rPr altLang="zh-CN" sz="2800" lang="en-US"/>
              <a:t>a</a:t>
            </a:r>
            <a:r>
              <a:rPr altLang="zh-CN" sz="2800" lang="en-US"/>
              <a:t>r</a:t>
            </a:r>
            <a:r>
              <a:rPr altLang="zh-CN" sz="2800" lang="en-US"/>
              <a:t>i</a:t>
            </a:r>
            <a:r>
              <a:rPr altLang="zh-CN" sz="2800" lang="en-US"/>
              <a:t>n</a:t>
            </a:r>
            <a:r>
              <a:rPr altLang="zh-CN" sz="2800" lang="en-US"/>
              <a:t>g</a:t>
            </a:r>
            <a:r>
              <a:rPr altLang="zh-CN" sz="2800" lang="en-US"/>
              <a:t> </a:t>
            </a:r>
            <a:r>
              <a:rPr altLang="zh-CN" sz="2800" lang="en-US"/>
              <a:t>s</a:t>
            </a:r>
            <a:r>
              <a:rPr altLang="zh-CN" sz="2800" lang="en-US"/>
              <a:t>y</a:t>
            </a:r>
            <a:r>
              <a:rPr altLang="zh-CN" sz="2800" lang="en-US"/>
              <a:t>s</a:t>
            </a:r>
            <a:r>
              <a:rPr altLang="zh-CN" sz="2800" lang="en-US"/>
              <a:t>t</a:t>
            </a:r>
            <a:r>
              <a:rPr altLang="zh-CN" sz="2800" lang="en-US"/>
              <a:t>e</a:t>
            </a:r>
            <a:r>
              <a:rPr altLang="zh-CN" sz="2800" lang="en-US"/>
              <a:t>m</a:t>
            </a:r>
            <a:endParaRPr altLang="en-US" sz="2800" lang="en-GB"/>
          </a:p>
        </p:txBody>
      </p:sp>
      <p:pic>
        <p:nvPicPr>
          <p:cNvPr id="2097153" name=""/>
          <p:cNvPicPr>
            <a:picLocks/>
          </p:cNvPicPr>
          <p:nvPr/>
        </p:nvPicPr>
        <p:blipFill>
          <a:blip xmlns:r="http://schemas.openxmlformats.org/officeDocument/2006/relationships" r:embed="rId2"/>
          <a:stretch>
            <a:fillRect/>
          </a:stretch>
        </p:blipFill>
        <p:spPr>
          <a:xfrm rot="0">
            <a:off x="9963056" y="2110109"/>
            <a:ext cx="1732373" cy="2011208"/>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p:grpSpPr>
      <p:sp>
        <p:nvSpPr>
          <p:cNvPr id="1048595" name="Title 1"/>
          <p:cNvSpPr>
            <a:spLocks noGrp="1"/>
          </p:cNvSpPr>
          <p:nvPr>
            <p:ph type="title"/>
          </p:nvPr>
        </p:nvSpPr>
        <p:spPr>
          <a:xfrm>
            <a:off x="793750" y="365125"/>
            <a:ext cx="10560050" cy="1325880"/>
          </a:xfrm>
        </p:spPr>
        <p:txBody>
          <a:bodyPr>
            <a:normAutofit fontScale="90000"/>
          </a:bodyPr>
          <a:p>
            <a:pPr algn="l"/>
            <a:r>
              <a:rPr altLang="en-US" sz="1800" lang="en-GB">
                <a:latin typeface="Calibri" panose="020F0502020204030204" charset="0"/>
                <a:cs typeface="Calibri" panose="020F0502020204030204" charset="0"/>
              </a:rPr>
              <a:t>Abstract:</a:t>
            </a:r>
            <a:br>
              <a:rPr altLang="zh-CN" sz="1800" lang="en-US">
                <a:latin typeface="Calibri" panose="020F0502020204030204" charset="0"/>
                <a:cs typeface="Calibri" panose="020F0502020204030204" charset="0"/>
              </a:rPr>
            </a:b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File sharing is the public or private sharing of computer data or space in a network with various levels of access privilege.</a:t>
            </a:r>
            <a:r>
              <a:rPr altLang="zh-CN" sz="1800" lang="en-US">
                <a:latin typeface="Calibri" panose="020F0502020204030204" charset="0"/>
                <a:cs typeface="Calibri" panose="020F0502020204030204" charset="0"/>
              </a:rPr>
              <a:t>allows a number of people to use the same file or file by some combination of being able to read or view it, write to or modify it, copy it, or print it.</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File sharing can also mean having an allocated amount of personal file storage in a common file system.</a:t>
            </a:r>
            <a:endParaRPr altLang="en-US" sz="1800" lang="en-GB">
              <a:latin typeface="Calibri" panose="020F0502020204030204" charset="0"/>
              <a:cs typeface="Calibri" panose="020F0502020204030204" charset="0"/>
            </a:endParaRPr>
          </a:p>
        </p:txBody>
      </p:sp>
      <p:sp>
        <p:nvSpPr>
          <p:cNvPr id="1048596" name="Text Box 3"/>
          <p:cNvSpPr txBox="1"/>
          <p:nvPr/>
        </p:nvSpPr>
        <p:spPr>
          <a:xfrm>
            <a:off x="793750" y="1691005"/>
            <a:ext cx="10278111" cy="2491740"/>
          </a:xfrm>
          <a:prstGeom prst="rect"/>
          <a:noFill/>
        </p:spPr>
        <p:txBody>
          <a:bodyPr rtlCol="0" wrap="square">
            <a:spAutoFit/>
          </a:bodyPr>
          <a:p>
            <a:pPr algn="l"/>
            <a:r>
              <a:rPr altLang="en-US" lang="en-GB"/>
              <a:t>Introduction</a:t>
            </a:r>
            <a:r>
              <a:rPr altLang="zh-CN" lang="en-US"/>
              <a:t>:</a:t>
            </a:r>
            <a:endParaRPr altLang="en-US" lang="en-GB"/>
          </a:p>
          <a:p>
            <a:pPr algn="l"/>
            <a:r>
              <a:rPr altLang="zh-CN" lang="en-US"/>
              <a:t>FTP File Transfer Protocol (FTP) is a standard Internet protocol for transmitting files between computers on the Internet.</a:t>
            </a:r>
            <a:endParaRPr altLang="en-US" lang="en-GB"/>
          </a:p>
          <a:p>
            <a:pPr algn="l"/>
            <a:r>
              <a:rPr altLang="zh-CN" lang="en-US"/>
              <a:t>Simple Mail Transfer Protocol (SMTP), which</a:t>
            </a:r>
            <a:endParaRPr altLang="en-US" lang="en-GB"/>
          </a:p>
          <a:p>
            <a:pPr algn="l"/>
            <a:r>
              <a:rPr altLang="zh-CN" lang="en-US"/>
              <a:t>transfers e-mail.</a:t>
            </a:r>
            <a:r>
              <a:rPr altLang="zh-CN" lang="en-US"/>
              <a:t>Centralizing files on a few file servers not only simplifies administration, it helps maintain consistency of shared data files. When changes are made to a shared file, they become available to all users immediately.</a:t>
            </a:r>
            <a:r>
              <a:rPr altLang="zh-CN" lang="en-US"/>
              <a:t>In a file sharing environment, a large number of users can access a program as though it were on their local machines, when actually the program resides on a single file server.</a:t>
            </a:r>
            <a:endParaRPr altLang="en-US" lang="en-GB"/>
          </a:p>
        </p:txBody>
      </p:sp>
      <p:sp>
        <p:nvSpPr>
          <p:cNvPr id="1048597" name="Text Box 4"/>
          <p:cNvSpPr txBox="1"/>
          <p:nvPr/>
        </p:nvSpPr>
        <p:spPr>
          <a:xfrm>
            <a:off x="793749" y="4445000"/>
            <a:ext cx="9826176" cy="1424940"/>
          </a:xfrm>
          <a:prstGeom prst="rect"/>
          <a:noFill/>
        </p:spPr>
        <p:txBody>
          <a:bodyPr rtlCol="0" wrap="square">
            <a:spAutoFit/>
          </a:bodyPr>
          <a:p>
            <a:pPr algn="l"/>
            <a:r>
              <a:rPr altLang="en-US" lang="en-GB"/>
              <a:t>Modules:</a:t>
            </a:r>
            <a:r>
              <a:rPr altLang="zh-CN" lang="en-US"/>
              <a:t>Peer-to-peer (abbreviated to P2P) refers to a computer network in which each computer in the network</a:t>
            </a:r>
            <a:r>
              <a:rPr altLang="zh-CN" lang="en-US"/>
              <a:t>e</a:t>
            </a:r>
            <a:r>
              <a:rPr altLang="zh-CN" lang="en-US"/>
              <a:t>.</a:t>
            </a:r>
            <a:r>
              <a:rPr altLang="zh-CN" lang="en-US"/>
              <a:t>Buddy is a privately held company which owns a browser-</a:t>
            </a:r>
            <a:r>
              <a:rPr altLang="zh-CN" lang="en-US"/>
              <a:t>IMVU is an online social entertainment destination where members use 3D avatars to meet new people, chat, create and play games created by Fydor Guthenschlag.</a:t>
            </a:r>
            <a:r>
              <a:rPr altLang="zh-CN" lang="en-US"/>
              <a:t>IBM Lotus is a client-server application and middleware</a:t>
            </a:r>
            <a:endParaRPr altLang="en-US"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p:grpSpPr>
      <p:sp>
        <p:nvSpPr>
          <p:cNvPr id="1048598" name="Title 1"/>
          <p:cNvSpPr>
            <a:spLocks noGrp="1"/>
          </p:cNvSpPr>
          <p:nvPr>
            <p:ph type="title"/>
          </p:nvPr>
        </p:nvSpPr>
        <p:spPr>
          <a:xfrm>
            <a:off x="476667" y="493056"/>
            <a:ext cx="11213277" cy="5941923"/>
          </a:xfrm>
        </p:spPr>
        <p:txBody>
          <a:bodyPr>
            <a:normAutofit/>
          </a:bodyPr>
          <a:p>
            <a:r>
              <a:rPr altLang="en-US" sz="1800" lang="en-GB">
                <a:latin typeface="Calibri" panose="020F0502020204030204" charset="0"/>
                <a:cs typeface="Calibri" panose="020F0502020204030204" charset="0"/>
              </a:rPr>
              <a:t>Working principles:</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To organize files in an enterprise file sharing tool, an administrator creates a folder and grants access to the appropriate users. Doing so usually means creating one or more groups and then adding the groups to the folder's access control list. This allows the administrator to set read/write access to apply to entire groups or individual users, as needed.</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Then, users can access files from the folders they have access to. Files are stored on another computer or hosted on a physical or cloud-based server. Users click on files that they have access to and open them on their local desktops. Accessing files via another computer works through P2P file sharing where each computer is a client in a larger network. Server-based file sharing, on the other hand, is a product of the File Transfer Protocol (FTP), where access can be restricted based on permissions set by the administrator.</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Typically, a user can view and edit a stored file, save any changes, and those changes will appear the next time they open the file. All users who have access to a shared folder or file will see the latest updates to that folder or file.</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Choosing file sharing software ultimately comes down to matching features with the organization's needs. If the highest priority is providing access to multiple files within one or more folders, the organization may be able to use the built-in operating system or cloud computing capabilities. It's possible that the network-attached storage (NAS) already has file sharing capabilities, eliminating the need for software. However, depending on the general business use case, a portal site might be a good alternative to a traditional file server. Likewise, an enterprise file sync and share system such as Box, Citrix ShareFile or Egnyte might be a good option if many remote users frequently work offline.</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An organization doesn't have to use only a single type of file sharing software. Instead, organizations should explore using multiple file sharing tools, each targeted at a particular use case where they're most appropriate.</a:t>
            </a:r>
            <a:endParaRPr altLang="en-US" sz="1800" lang="en-GB">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p:grpSpPr>
      <p:sp>
        <p:nvSpPr>
          <p:cNvPr id="1048599" name="Title 1"/>
          <p:cNvSpPr>
            <a:spLocks noGrp="1"/>
          </p:cNvSpPr>
          <p:nvPr>
            <p:ph type="title"/>
          </p:nvPr>
        </p:nvSpPr>
        <p:spPr>
          <a:xfrm>
            <a:off x="838199" y="224704"/>
            <a:ext cx="10515600" cy="1942150"/>
          </a:xfrm>
        </p:spPr>
        <p:txBody>
          <a:bodyPr>
            <a:normAutofit/>
          </a:bodyPr>
          <a:p>
            <a:r>
              <a:rPr altLang="en-US" sz="1800" lang="en-GB">
                <a:latin typeface="Calibri" panose="020F0502020204030204" charset="0"/>
                <a:cs typeface="Calibri" panose="020F0502020204030204" charset="0"/>
              </a:rPr>
              <a:t>Output:</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W</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k</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g</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l</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h</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c</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t</a:t>
            </a:r>
            <a:r>
              <a:rPr altLang="zh-CN" sz="1800" lang="en-US">
                <a:latin typeface="Calibri" panose="020F0502020204030204" charset="0"/>
                <a:cs typeface="Calibri" panose="020F0502020204030204" charset="0"/>
              </a:rPr>
              <a:t>h</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c</a:t>
            </a:r>
            <a:r>
              <a:rPr altLang="zh-CN" sz="1800" lang="en-US">
                <a:latin typeface="Calibri" panose="020F0502020204030204" charset="0"/>
                <a:cs typeface="Calibri" panose="020F0502020204030204" charset="0"/>
              </a:rPr>
              <a:t>u</a:t>
            </a:r>
            <a:r>
              <a:rPr altLang="zh-CN" sz="1800" lang="en-US">
                <a:latin typeface="Calibri" panose="020F0502020204030204" charset="0"/>
                <a:cs typeface="Calibri" panose="020F0502020204030204" charset="0"/>
              </a:rPr>
              <a:t>m</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t</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u</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g</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u</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p</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w</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d</a:t>
            </a:r>
            <a:br>
              <a:rPr altLang="zh-CN" sz="1800" lang="en-US">
                <a:latin typeface="Calibri" panose="020F0502020204030204" charset="0"/>
                <a:cs typeface="Calibri" panose="020F0502020204030204" charset="0"/>
              </a:rPr>
            </a:b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d</a:t>
            </a:r>
            <a:r>
              <a:rPr altLang="zh-CN" sz="1800" lang="en-US">
                <a:latin typeface="Calibri" panose="020F0502020204030204" charset="0"/>
                <a:cs typeface="Calibri" panose="020F0502020204030204" charset="0"/>
              </a:rPr>
              <a:t>m</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c</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c</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t</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l</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g</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i</a:t>
            </a:r>
            <a:r>
              <a:rPr altLang="zh-CN" sz="1800" lang="en-US">
                <a:latin typeface="Calibri" panose="020F0502020204030204" charset="0"/>
                <a:cs typeface="Calibri" panose="020F0502020204030204" charset="0"/>
              </a:rPr>
              <a:t>n</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p</a:t>
            </a:r>
            <a:r>
              <a:rPr altLang="zh-CN" sz="1800" lang="en-US">
                <a:latin typeface="Calibri" panose="020F0502020204030204" charset="0"/>
                <a:cs typeface="Calibri" panose="020F0502020204030204" charset="0"/>
              </a:rPr>
              <a:t>a</a:t>
            </a:r>
            <a:r>
              <a:rPr altLang="zh-CN" sz="1800" lang="en-US">
                <a:latin typeface="Calibri" panose="020F0502020204030204" charset="0"/>
                <a:cs typeface="Calibri" panose="020F0502020204030204" charset="0"/>
              </a:rPr>
              <a:t>g</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f</a:t>
            </a:r>
            <a:r>
              <a:rPr altLang="zh-CN" sz="1800" lang="en-US">
                <a:latin typeface="Calibri" panose="020F0502020204030204" charset="0"/>
                <a:cs typeface="Calibri" panose="020F0502020204030204" charset="0"/>
              </a:rPr>
              <a:t>o</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u</a:t>
            </a:r>
            <a:r>
              <a:rPr altLang="zh-CN" sz="1800" lang="en-US">
                <a:latin typeface="Calibri" panose="020F0502020204030204" charset="0"/>
                <a:cs typeface="Calibri" panose="020F0502020204030204" charset="0"/>
              </a:rPr>
              <a:t>s</a:t>
            </a:r>
            <a:r>
              <a:rPr altLang="zh-CN" sz="1800" lang="en-US">
                <a:latin typeface="Calibri" panose="020F0502020204030204" charset="0"/>
                <a:cs typeface="Calibri" panose="020F0502020204030204" charset="0"/>
              </a:rPr>
              <a:t>e</a:t>
            </a:r>
            <a:r>
              <a:rPr altLang="zh-CN" sz="1800" lang="en-US">
                <a:latin typeface="Calibri" panose="020F0502020204030204" charset="0"/>
                <a:cs typeface="Calibri" panose="020F0502020204030204" charset="0"/>
              </a:rPr>
              <a:t>r</a:t>
            </a:r>
            <a:r>
              <a:rPr altLang="zh-CN" sz="1800" lang="en-US">
                <a:latin typeface="Calibri" panose="020F0502020204030204" charset="0"/>
                <a:cs typeface="Calibri" panose="020F0502020204030204" charset="0"/>
              </a:rPr>
              <a:t>. </a:t>
            </a:r>
            <a:r>
              <a:rPr altLang="zh-CN" sz="1800" lang="en-US">
                <a:latin typeface="Calibri" panose="020F0502020204030204" charset="0"/>
                <a:cs typeface="Calibri" panose="020F0502020204030204" charset="0"/>
              </a:rPr>
              <a:t>Yahoo! Messenger (sometimes abbreviated YIM) is an advertisement- supported instant messaging client and associated protocol provided by Yahoo!. Yahoo! Messenger is provided free of charge and can be downloaded and used with a generic "Yahoo! ID" which also allows access to other Yahoo! services, such as Yahoo! Mail, where users can be automatically notified when they receive new email. Yahoo! also offers</a:t>
            </a:r>
            <a:endParaRPr altLang="en-US" sz="1800" lang="en-GB">
              <a:latin typeface="Calibri" panose="020F0502020204030204" charset="0"/>
              <a:cs typeface="Calibri" panose="020F0502020204030204" charset="0"/>
            </a:endParaRPr>
          </a:p>
        </p:txBody>
      </p:sp>
      <p:sp>
        <p:nvSpPr>
          <p:cNvPr id="1048600" name="Text Box 5"/>
          <p:cNvSpPr txBox="1"/>
          <p:nvPr/>
        </p:nvSpPr>
        <p:spPr>
          <a:xfrm>
            <a:off x="838200" y="2183129"/>
            <a:ext cx="10417296" cy="1691641"/>
          </a:xfrm>
          <a:prstGeom prst="rect"/>
          <a:noFill/>
        </p:spPr>
        <p:txBody>
          <a:bodyPr rtlCol="0" wrap="square">
            <a:spAutoFit/>
          </a:bodyPr>
          <a:p>
            <a:r>
              <a:rPr altLang="en-US" lang="en-GB"/>
              <a:t>Conclusion:</a:t>
            </a:r>
            <a:endParaRPr altLang="en-US" lang="en-GB"/>
          </a:p>
          <a:p>
            <a:r>
              <a:rPr altLang="zh-CN" lang="en-US"/>
              <a:t>File-sharing proponents commonly argue that file-sharing democratizes music consumption by 'levelling the playing field' for new/small artists relative to established/popular artists, by allowing artists to have their work heard by a wider audience, lessening the advantage held by established/popular artists in terms of promotional and other support. My results suggest that the opposite is happening, which is consistent with evidence on file-sharing behaviour</a:t>
            </a:r>
            <a:r>
              <a:rPr altLang="zh-CN" lang="en-US"/>
              <a:t>.</a:t>
            </a:r>
            <a:endParaRPr altLang="en-US" lang="en-GB"/>
          </a:p>
        </p:txBody>
      </p:sp>
      <p:sp>
        <p:nvSpPr>
          <p:cNvPr id="1048601" name="Text Box 4"/>
          <p:cNvSpPr txBox="1"/>
          <p:nvPr/>
        </p:nvSpPr>
        <p:spPr>
          <a:xfrm>
            <a:off x="838199" y="3993305"/>
            <a:ext cx="8310896" cy="1158240"/>
          </a:xfrm>
          <a:prstGeom prst="rect"/>
          <a:noFill/>
        </p:spPr>
        <p:txBody>
          <a:bodyPr rtlCol="0" wrap="square">
            <a:spAutoFit/>
          </a:bodyPr>
          <a:p>
            <a:r>
              <a:rPr altLang="en-US" lang="en-GB"/>
              <a:t>Future upgradation: </a:t>
            </a:r>
            <a:endParaRPr altLang="en-US" lang="en-GB"/>
          </a:p>
          <a:p>
            <a:r>
              <a:rPr altLang="zh-CN" lang="en-US"/>
              <a:t>1</a:t>
            </a:r>
            <a:r>
              <a:rPr altLang="zh-CN" lang="en-US"/>
              <a:t>.</a:t>
            </a:r>
            <a:r>
              <a:rPr altLang="zh-CN" lang="en-US"/>
              <a:t>Continuous file sharing, even with poor connectivity</a:t>
            </a:r>
            <a:endParaRPr altLang="en-US" lang="en-GB"/>
          </a:p>
          <a:p>
            <a:r>
              <a:rPr altLang="zh-CN" lang="en-US"/>
              <a:t>2</a:t>
            </a:r>
            <a:r>
              <a:rPr altLang="zh-CN" lang="en-US"/>
              <a:t>.</a:t>
            </a:r>
            <a:r>
              <a:rPr altLang="zh-CN" lang="en-US"/>
              <a:t>Transferring large files quicker</a:t>
            </a:r>
            <a:endParaRPr altLang="en-US" lang="en-GB"/>
          </a:p>
          <a:p>
            <a:r>
              <a:rPr altLang="zh-CN" lang="en-US"/>
              <a:t>3</a:t>
            </a:r>
            <a:r>
              <a:rPr altLang="zh-CN" lang="en-US"/>
              <a:t>.</a:t>
            </a:r>
            <a:r>
              <a:rPr altLang="zh-CN" lang="en-US"/>
              <a:t>File transfer automation and workflows with centralized IT management</a:t>
            </a:r>
            <a:endParaRPr altLang="en-US" lang="en-GB"/>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WPS Presentation</dc:title>
  <dc:creator>vivo 1951</dc:creator>
  <cp:lastModifiedBy>91861</cp:lastModifiedBy>
  <dcterms:created xsi:type="dcterms:W3CDTF">2023-06-07T22:00:00Z</dcterms:created>
  <dcterms:modified xsi:type="dcterms:W3CDTF">2023-06-09T22:35:14Z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28f5b86a0c1d4988b5c176ab1d9a11e5</vt:lpwstr>
  </property>
  <property fmtid="{D5CDD505-2E9C-101B-9397-08002B2CF9AE}" pid="3" name="KSOProductBuildVer">
    <vt:lpwstr>1033-11.2.0.11537</vt:lpwstr>
  </property>
</Properties>
</file>